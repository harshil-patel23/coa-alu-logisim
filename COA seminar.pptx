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256" r:id="rId5"/>
    <p:sldId id="313" r:id="rId6"/>
    <p:sldId id="314" r:id="rId7"/>
    <p:sldId id="344" r:id="rId8"/>
    <p:sldId id="345" r:id="rId9"/>
    <p:sldId id="346" r:id="rId10"/>
    <p:sldId id="336" r:id="rId11"/>
    <p:sldId id="347" r:id="rId12"/>
    <p:sldId id="348" r:id="rId13"/>
    <p:sldId id="350" r:id="rId14"/>
    <p:sldId id="352" r:id="rId15"/>
    <p:sldId id="351" r:id="rId16"/>
    <p:sldId id="343" r:id="rId17"/>
    <p:sldId id="30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802EC92-7DE6-4E48-BD37-8C916A43BCB9}">
          <p14:sldIdLst>
            <p14:sldId id="256"/>
            <p14:sldId id="313"/>
            <p14:sldId id="314"/>
            <p14:sldId id="344"/>
            <p14:sldId id="345"/>
            <p14:sldId id="346"/>
            <p14:sldId id="336"/>
            <p14:sldId id="347"/>
            <p14:sldId id="348"/>
            <p14:sldId id="350"/>
            <p14:sldId id="352"/>
            <p14:sldId id="351"/>
            <p14:sldId id="343"/>
            <p14:sldId id="30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41C5"/>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5033" autoAdjust="0"/>
  </p:normalViewPr>
  <p:slideViewPr>
    <p:cSldViewPr snapToGrid="0">
      <p:cViewPr varScale="1">
        <p:scale>
          <a:sx n="74" d="100"/>
          <a:sy n="74" d="100"/>
        </p:scale>
        <p:origin x="1032"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varScale="1">
        <p:scale>
          <a:sx n="62" d="100"/>
          <a:sy n="62" d="100"/>
        </p:scale>
        <p:origin x="3154"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C026C9-4C52-4B60-A858-A50E4BE56DA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6160113-35DB-4BB4-9269-631D6FEB5E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410D272-305C-421E-A9EF-95D63D599B42}" type="datetimeFigureOut">
              <a:rPr lang="en-US" smtClean="0"/>
              <a:t>3/29/2026</a:t>
            </a:fld>
            <a:endParaRPr lang="en-US" dirty="0"/>
          </a:p>
        </p:txBody>
      </p:sp>
      <p:sp>
        <p:nvSpPr>
          <p:cNvPr id="4" name="Footer Placeholder 3">
            <a:extLst>
              <a:ext uri="{FF2B5EF4-FFF2-40B4-BE49-F238E27FC236}">
                <a16:creationId xmlns:a16="http://schemas.microsoft.com/office/drawing/2014/main" id="{FF40E5BB-A291-4B94-8433-B9D3F16854C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857D678-038E-42A6-961E-EAB034DB47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DE7DFA-63CC-4ED7-B30E-ACF88B4B8932}" type="slidenum">
              <a:rPr lang="en-US" smtClean="0"/>
              <a:t>‹#›</a:t>
            </a:fld>
            <a:endParaRPr lang="en-US" dirty="0"/>
          </a:p>
        </p:txBody>
      </p:sp>
    </p:spTree>
    <p:extLst>
      <p:ext uri="{BB962C8B-B14F-4D97-AF65-F5344CB8AC3E}">
        <p14:creationId xmlns:p14="http://schemas.microsoft.com/office/powerpoint/2010/main" val="2350091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E16E63-7886-43BC-8DD4-4F14C3DD7360}" type="datetimeFigureOut">
              <a:rPr lang="en-US" smtClean="0"/>
              <a:t>3/29/2026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8C5307-140F-447F-BCBA-BB92E3A2906B}" type="slidenum">
              <a:rPr lang="en-US" smtClean="0"/>
              <a:t>‹#›</a:t>
            </a:fld>
            <a:endParaRPr lang="en-US" dirty="0"/>
          </a:p>
        </p:txBody>
      </p:sp>
    </p:spTree>
    <p:extLst>
      <p:ext uri="{BB962C8B-B14F-4D97-AF65-F5344CB8AC3E}">
        <p14:creationId xmlns:p14="http://schemas.microsoft.com/office/powerpoint/2010/main" val="1033154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4FD2957-8595-499F-896A-E9A0888D058B}"/>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9" name="Rectangle 8">
            <a:extLst>
              <a:ext uri="{FF2B5EF4-FFF2-40B4-BE49-F238E27FC236}">
                <a16:creationId xmlns:a16="http://schemas.microsoft.com/office/drawing/2014/main" id="{1C44A184-010C-483F-8B5A-3D1E7E6EF981}"/>
              </a:ext>
              <a:ext uri="{C183D7F6-B498-43B3-948B-1728B52AA6E4}">
                <adec:decorative xmlns:adec="http://schemas.microsoft.com/office/drawing/2017/decorative" val="1"/>
              </a:ext>
            </a:extLst>
          </p:cNvPr>
          <p:cNvSpPr/>
          <p:nvPr userDrawn="1"/>
        </p:nvSpPr>
        <p:spPr>
          <a:xfrm>
            <a:off x="1" y="0"/>
            <a:ext cx="81153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AB4C3"/>
              </a:solidFill>
              <a:effectLst/>
              <a:uLnTx/>
              <a:uFillTx/>
              <a:latin typeface="Avenir Next LT Pro"/>
              <a:ea typeface="+mn-ea"/>
              <a:cs typeface="+mn-cs"/>
            </a:endParaRPr>
          </a:p>
        </p:txBody>
      </p:sp>
      <p:sp>
        <p:nvSpPr>
          <p:cNvPr id="10" name="Title 1">
            <a:extLst>
              <a:ext uri="{FF2B5EF4-FFF2-40B4-BE49-F238E27FC236}">
                <a16:creationId xmlns:a16="http://schemas.microsoft.com/office/drawing/2014/main" id="{9582A2E2-E6DD-4321-B03A-F6C071C1BB7B}"/>
              </a:ext>
            </a:extLst>
          </p:cNvPr>
          <p:cNvSpPr>
            <a:spLocks noGrp="1"/>
          </p:cNvSpPr>
          <p:nvPr>
            <p:ph type="ctrTitle"/>
          </p:nvPr>
        </p:nvSpPr>
        <p:spPr>
          <a:xfrm>
            <a:off x="649044" y="753034"/>
            <a:ext cx="6815446" cy="3887390"/>
          </a:xfrm>
        </p:spPr>
        <p:txBody>
          <a:bodyPr anchor="t">
            <a:normAutofit/>
          </a:bodyPr>
          <a:lstStyle>
            <a:lvl1pPr>
              <a:defRPr sz="8500" spc="-20" baseline="0">
                <a:solidFill>
                  <a:schemeClr val="bg1"/>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D21B6D9B-E3FB-48D2-A477-5B73E2216682}"/>
              </a:ext>
            </a:extLst>
          </p:cNvPr>
          <p:cNvSpPr>
            <a:spLocks noGrp="1"/>
          </p:cNvSpPr>
          <p:nvPr>
            <p:ph type="subTitle" idx="1"/>
          </p:nvPr>
        </p:nvSpPr>
        <p:spPr>
          <a:xfrm>
            <a:off x="649045" y="4640424"/>
            <a:ext cx="6437555" cy="1303176"/>
          </a:xfrm>
        </p:spPr>
        <p:txBody>
          <a:bodyPr anchor="b">
            <a:normAutofit/>
          </a:bodyPr>
          <a:lstStyle>
            <a:lvl1pPr marL="0" indent="0">
              <a:buNone/>
              <a:defRPr sz="2800" b="1">
                <a:solidFill>
                  <a:schemeClr val="bg1"/>
                </a:solidFill>
              </a:defRPr>
            </a:lvl1pPr>
          </a:lstStyle>
          <a:p>
            <a:r>
              <a:rPr lang="en-US"/>
              <a:t>Click to edit Master subtitle style</a:t>
            </a:r>
            <a:endParaRPr lang="en-US" dirty="0"/>
          </a:p>
        </p:txBody>
      </p:sp>
      <p:sp>
        <p:nvSpPr>
          <p:cNvPr id="18" name="Picture Placeholder 16">
            <a:extLst>
              <a:ext uri="{FF2B5EF4-FFF2-40B4-BE49-F238E27FC236}">
                <a16:creationId xmlns:a16="http://schemas.microsoft.com/office/drawing/2014/main" id="{38823550-6B12-4BFD-9C91-668B623E3536}"/>
              </a:ext>
            </a:extLst>
          </p:cNvPr>
          <p:cNvSpPr>
            <a:spLocks noGrp="1"/>
          </p:cNvSpPr>
          <p:nvPr>
            <p:ph type="pic" sz="quarter" idx="13" hasCustomPrompt="1"/>
          </p:nvPr>
        </p:nvSpPr>
        <p:spPr>
          <a:xfrm>
            <a:off x="8113533" y="0"/>
            <a:ext cx="4082983" cy="6858000"/>
          </a:xfrm>
        </p:spPr>
        <p:txBody>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3706224309"/>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4716EF3-1422-48C0-BC49-14FAC3550FCD}"/>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8" name="Rectangle 7">
            <a:extLst>
              <a:ext uri="{FF2B5EF4-FFF2-40B4-BE49-F238E27FC236}">
                <a16:creationId xmlns:a16="http://schemas.microsoft.com/office/drawing/2014/main" id="{7F2AAFDE-CB45-46CA-8961-8133FCA5F385}"/>
              </a:ext>
              <a:ext uri="{C183D7F6-B498-43B3-948B-1728B52AA6E4}">
                <adec:decorative xmlns:adec="http://schemas.microsoft.com/office/drawing/2017/decorative" val="1"/>
              </a:ext>
            </a:extLst>
          </p:cNvPr>
          <p:cNvSpPr/>
          <p:nvPr userDrawn="1"/>
        </p:nvSpPr>
        <p:spPr>
          <a:xfrm>
            <a:off x="0" y="0"/>
            <a:ext cx="40767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9" name="Title 1">
            <a:extLst>
              <a:ext uri="{FF2B5EF4-FFF2-40B4-BE49-F238E27FC236}">
                <a16:creationId xmlns:a16="http://schemas.microsoft.com/office/drawing/2014/main" id="{B209C30D-AB58-482B-B553-F71367094EB9}"/>
              </a:ext>
            </a:extLst>
          </p:cNvPr>
          <p:cNvSpPr>
            <a:spLocks noGrp="1"/>
          </p:cNvSpPr>
          <p:nvPr>
            <p:ph type="title"/>
          </p:nvPr>
        </p:nvSpPr>
        <p:spPr>
          <a:xfrm>
            <a:off x="532264" y="776941"/>
            <a:ext cx="3209008" cy="5166659"/>
          </a:xfrm>
        </p:spPr>
        <p:txBody>
          <a:bodyPr anchor="b"/>
          <a:lstStyle>
            <a:lvl1pPr>
              <a:defRPr spc="-20" baseline="0">
                <a:solidFill>
                  <a:schemeClr val="bg1"/>
                </a:solidFill>
              </a:defRPr>
            </a:lvl1pPr>
          </a:lstStyle>
          <a:p>
            <a:r>
              <a:rPr lang="en-US">
                <a:solidFill>
                  <a:srgbClr val="FFFFFF"/>
                </a:solidFill>
              </a:rPr>
              <a:t>Click to edit Master title style</a:t>
            </a:r>
            <a:endParaRPr lang="en-US" dirty="0">
              <a:solidFill>
                <a:srgbClr val="FFFFFF"/>
              </a:solidFill>
            </a:endParaRPr>
          </a:p>
        </p:txBody>
      </p:sp>
      <p:sp>
        <p:nvSpPr>
          <p:cNvPr id="13" name="Footer Placeholder 4">
            <a:extLst>
              <a:ext uri="{FF2B5EF4-FFF2-40B4-BE49-F238E27FC236}">
                <a16:creationId xmlns:a16="http://schemas.microsoft.com/office/drawing/2014/main" id="{D946F5EF-2C45-4A87-A1DD-BD2A6FB91BC5}"/>
              </a:ext>
            </a:extLst>
          </p:cNvPr>
          <p:cNvSpPr>
            <a:spLocks noGrp="1"/>
          </p:cNvSpPr>
          <p:nvPr>
            <p:ph type="ftr" sz="quarter" idx="11"/>
          </p:nvPr>
        </p:nvSpPr>
        <p:spPr>
          <a:xfrm>
            <a:off x="199277" y="6356350"/>
            <a:ext cx="3749040" cy="365125"/>
          </a:xfrm>
        </p:spPr>
        <p:txBody>
          <a:bodyPr/>
          <a:lstStyle>
            <a:lvl1pPr>
              <a:defRPr>
                <a:solidFill>
                  <a:schemeClr val="bg1"/>
                </a:solidFill>
              </a:defRPr>
            </a:lvl1pPr>
          </a:lstStyle>
          <a:p>
            <a:endParaRPr lang="en-US" dirty="0"/>
          </a:p>
        </p:txBody>
      </p:sp>
      <p:sp>
        <p:nvSpPr>
          <p:cNvPr id="19" name="Picture Placeholder 16">
            <a:extLst>
              <a:ext uri="{FF2B5EF4-FFF2-40B4-BE49-F238E27FC236}">
                <a16:creationId xmlns:a16="http://schemas.microsoft.com/office/drawing/2014/main" id="{B1A8891C-A2D4-4238-ABCE-62AB3A9121A5}"/>
              </a:ext>
            </a:extLst>
          </p:cNvPr>
          <p:cNvSpPr>
            <a:spLocks noGrp="1"/>
          </p:cNvSpPr>
          <p:nvPr>
            <p:ph type="pic" sz="quarter" idx="13" hasCustomPrompt="1"/>
          </p:nvPr>
        </p:nvSpPr>
        <p:spPr>
          <a:xfrm>
            <a:off x="4076700" y="0"/>
            <a:ext cx="4038600" cy="3429000"/>
          </a:xfrm>
        </p:spPr>
        <p:txBody>
          <a:bodyPr/>
          <a:lstStyle>
            <a:lvl1pPr marL="0" indent="0" algn="ctr">
              <a:buNone/>
              <a:defRPr/>
            </a:lvl1pPr>
          </a:lstStyle>
          <a:p>
            <a:r>
              <a:rPr lang="en-US" dirty="0"/>
              <a:t>Click to add photo</a:t>
            </a:r>
          </a:p>
        </p:txBody>
      </p:sp>
      <p:sp>
        <p:nvSpPr>
          <p:cNvPr id="20" name="Picture Placeholder 16">
            <a:extLst>
              <a:ext uri="{FF2B5EF4-FFF2-40B4-BE49-F238E27FC236}">
                <a16:creationId xmlns:a16="http://schemas.microsoft.com/office/drawing/2014/main" id="{7B51DFB6-C977-4551-BE38-57688D7FF0B7}"/>
              </a:ext>
            </a:extLst>
          </p:cNvPr>
          <p:cNvSpPr>
            <a:spLocks noGrp="1"/>
          </p:cNvSpPr>
          <p:nvPr>
            <p:ph type="pic" sz="quarter" idx="14" hasCustomPrompt="1"/>
          </p:nvPr>
        </p:nvSpPr>
        <p:spPr>
          <a:xfrm>
            <a:off x="8115300" y="0"/>
            <a:ext cx="4076701" cy="3429000"/>
          </a:xfrm>
        </p:spPr>
        <p:txBody>
          <a:bodyPr/>
          <a:lstStyle>
            <a:lvl1pPr marL="0" indent="0" algn="ctr">
              <a:buNone/>
              <a:defRPr/>
            </a:lvl1pPr>
          </a:lstStyle>
          <a:p>
            <a:r>
              <a:rPr lang="en-US" dirty="0"/>
              <a:t>Click to add photo</a:t>
            </a:r>
          </a:p>
        </p:txBody>
      </p:sp>
      <p:sp>
        <p:nvSpPr>
          <p:cNvPr id="24" name="Text Placeholder 21">
            <a:extLst>
              <a:ext uri="{FF2B5EF4-FFF2-40B4-BE49-F238E27FC236}">
                <a16:creationId xmlns:a16="http://schemas.microsoft.com/office/drawing/2014/main" id="{DFCFAED4-0A56-424D-BF74-4051B0BDA9A6}"/>
              </a:ext>
            </a:extLst>
          </p:cNvPr>
          <p:cNvSpPr>
            <a:spLocks noGrp="1"/>
          </p:cNvSpPr>
          <p:nvPr>
            <p:ph type="body" sz="quarter" idx="15" hasCustomPrompt="1"/>
          </p:nvPr>
        </p:nvSpPr>
        <p:spPr>
          <a:xfrm>
            <a:off x="4864100" y="3841750"/>
            <a:ext cx="6599238" cy="2296083"/>
          </a:xfrm>
        </p:spPr>
        <p:txBody>
          <a:bodyPr>
            <a:normAutofit/>
          </a:bodyPr>
          <a:lstStyle>
            <a:lvl1pPr marL="342900" indent="-342900">
              <a:buFont typeface="Arial" panose="020B0604020202020204" pitchFamily="34" charset="0"/>
              <a:buChar char="•"/>
              <a:defRPr sz="2000"/>
            </a:lvl1pPr>
          </a:lstStyle>
          <a:p>
            <a:pPr lvl="0"/>
            <a:r>
              <a:rPr lang="en-US" dirty="0"/>
              <a:t>Click to add text</a:t>
            </a:r>
          </a:p>
        </p:txBody>
      </p:sp>
      <p:sp>
        <p:nvSpPr>
          <p:cNvPr id="14" name="Date Placeholder 3">
            <a:extLst>
              <a:ext uri="{FF2B5EF4-FFF2-40B4-BE49-F238E27FC236}">
                <a16:creationId xmlns:a16="http://schemas.microsoft.com/office/drawing/2014/main" id="{9188F17E-DD3B-4CCC-957F-5A6914488466}"/>
              </a:ext>
            </a:extLst>
          </p:cNvPr>
          <p:cNvSpPr>
            <a:spLocks noGrp="1"/>
          </p:cNvSpPr>
          <p:nvPr>
            <p:ph type="dt" sz="half" idx="10"/>
          </p:nvPr>
        </p:nvSpPr>
        <p:spPr>
          <a:xfrm>
            <a:off x="7013448" y="6355080"/>
            <a:ext cx="4352544" cy="365125"/>
          </a:xfrm>
        </p:spPr>
        <p:txBody>
          <a:bodyPr/>
          <a:lstStyle>
            <a:lvl1pPr>
              <a:defRPr/>
            </a:lvl1pPr>
          </a:lstStyle>
          <a:p>
            <a:pPr>
              <a:defRPr/>
            </a:pPr>
            <a:endParaRPr lang="en-US" dirty="0">
              <a:solidFill>
                <a:prstClr val="black"/>
              </a:solidFill>
            </a:endParaRPr>
          </a:p>
        </p:txBody>
      </p:sp>
      <p:sp>
        <p:nvSpPr>
          <p:cNvPr id="15" name="Slide Number Placeholder 5">
            <a:extLst>
              <a:ext uri="{FF2B5EF4-FFF2-40B4-BE49-F238E27FC236}">
                <a16:creationId xmlns:a16="http://schemas.microsoft.com/office/drawing/2014/main" id="{2A0235C7-971D-4E52-B991-EFA44A9AFC33}"/>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4D815C-8BF3-4ECF-A945-A2A7C2983AF9}"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643672537"/>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83698AF-A86A-4D69-8272-76C9C1914A3B}"/>
              </a:ext>
              <a:ext uri="{C183D7F6-B498-43B3-948B-1728B52AA6E4}">
                <adec:decorative xmlns:adec="http://schemas.microsoft.com/office/drawing/2017/decorative" val="1"/>
              </a:ext>
            </a:extLst>
          </p:cNvPr>
          <p:cNvSpPr/>
          <p:nvPr userDrawn="1"/>
        </p:nvSpPr>
        <p:spPr>
          <a:xfrm>
            <a:off x="0" y="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4" name="Title 1">
            <a:extLst>
              <a:ext uri="{FF2B5EF4-FFF2-40B4-BE49-F238E27FC236}">
                <a16:creationId xmlns:a16="http://schemas.microsoft.com/office/drawing/2014/main" id="{F9E2DC86-4009-449C-8F4E-779A8C762B26}"/>
              </a:ext>
            </a:extLst>
          </p:cNvPr>
          <p:cNvSpPr>
            <a:spLocks noGrp="1"/>
          </p:cNvSpPr>
          <p:nvPr>
            <p:ph type="title"/>
          </p:nvPr>
        </p:nvSpPr>
        <p:spPr>
          <a:xfrm>
            <a:off x="649045" y="365124"/>
            <a:ext cx="9523655" cy="1501327"/>
          </a:xfrm>
        </p:spPr>
        <p:txBody>
          <a:bodyPr/>
          <a:lstStyle>
            <a:lvl1pPr>
              <a:defRPr spc="-20" baseline="0">
                <a:solidFill>
                  <a:schemeClr val="bg1"/>
                </a:solidFill>
              </a:defRPr>
            </a:lvl1pPr>
          </a:lstStyle>
          <a:p>
            <a:r>
              <a:rPr lang="en-US">
                <a:solidFill>
                  <a:srgbClr val="FFFFFF"/>
                </a:solidFill>
              </a:rPr>
              <a:t>Click to edit Master title style</a:t>
            </a:r>
            <a:endParaRPr lang="en-US" dirty="0">
              <a:solidFill>
                <a:srgbClr val="FFFFFF"/>
              </a:solidFill>
            </a:endParaRPr>
          </a:p>
        </p:txBody>
      </p:sp>
      <p:sp>
        <p:nvSpPr>
          <p:cNvPr id="12" name="Picture Placeholder 10">
            <a:extLst>
              <a:ext uri="{FF2B5EF4-FFF2-40B4-BE49-F238E27FC236}">
                <a16:creationId xmlns:a16="http://schemas.microsoft.com/office/drawing/2014/main" id="{671630E1-6506-4E93-BB6A-0604E0D04932}"/>
              </a:ext>
            </a:extLst>
          </p:cNvPr>
          <p:cNvSpPr>
            <a:spLocks noGrp="1"/>
          </p:cNvSpPr>
          <p:nvPr>
            <p:ph type="pic" sz="quarter" idx="13" hasCustomPrompt="1"/>
          </p:nvPr>
        </p:nvSpPr>
        <p:spPr>
          <a:xfrm>
            <a:off x="0" y="2286000"/>
            <a:ext cx="5067300" cy="4572000"/>
          </a:xfrm>
        </p:spPr>
        <p:txBody>
          <a:bodyPr/>
          <a:lstStyle>
            <a:lvl1pPr marL="0" indent="0" algn="ctr">
              <a:buNone/>
              <a:defRPr/>
            </a:lvl1pPr>
          </a:lstStyle>
          <a:p>
            <a:r>
              <a:rPr lang="en-US" dirty="0"/>
              <a:t>Click to add photo</a:t>
            </a:r>
          </a:p>
        </p:txBody>
      </p:sp>
      <p:sp>
        <p:nvSpPr>
          <p:cNvPr id="7" name="Footer Placeholder 4">
            <a:extLst>
              <a:ext uri="{FF2B5EF4-FFF2-40B4-BE49-F238E27FC236}">
                <a16:creationId xmlns:a16="http://schemas.microsoft.com/office/drawing/2014/main" id="{51BAB65B-02AF-4992-85D0-8E98AB1BD965}"/>
              </a:ext>
            </a:extLst>
          </p:cNvPr>
          <p:cNvSpPr>
            <a:spLocks noGrp="1"/>
          </p:cNvSpPr>
          <p:nvPr>
            <p:ph type="ftr" sz="quarter" idx="11"/>
          </p:nvPr>
        </p:nvSpPr>
        <p:spPr>
          <a:xfrm>
            <a:off x="201168" y="6356350"/>
            <a:ext cx="4837176" cy="365125"/>
          </a:xfrm>
        </p:spPr>
        <p:txBody>
          <a:bodyPr/>
          <a:lstStyle>
            <a:lvl1pPr>
              <a:defRPr>
                <a:solidFill>
                  <a:schemeClr val="bg1"/>
                </a:solidFill>
              </a:defRPr>
            </a:lvl1pPr>
          </a:lstStyle>
          <a:p>
            <a:endParaRPr lang="en-US" dirty="0">
              <a:effectLst>
                <a:outerShdw blurRad="38100" dist="38100" dir="2700000" algn="tl">
                  <a:srgbClr val="000000">
                    <a:alpha val="43137"/>
                  </a:srgbClr>
                </a:outerShdw>
              </a:effectLst>
            </a:endParaRPr>
          </a:p>
        </p:txBody>
      </p:sp>
      <p:sp>
        <p:nvSpPr>
          <p:cNvPr id="6" name="Content Placeholder 2">
            <a:extLst>
              <a:ext uri="{FF2B5EF4-FFF2-40B4-BE49-F238E27FC236}">
                <a16:creationId xmlns:a16="http://schemas.microsoft.com/office/drawing/2014/main" id="{CFE115BC-4A4C-4385-82D5-106D1FAC359A}"/>
              </a:ext>
            </a:extLst>
          </p:cNvPr>
          <p:cNvSpPr>
            <a:spLocks noGrp="1"/>
          </p:cNvSpPr>
          <p:nvPr>
            <p:ph idx="1"/>
          </p:nvPr>
        </p:nvSpPr>
        <p:spPr>
          <a:xfrm>
            <a:off x="5819887" y="2899186"/>
            <a:ext cx="5610113" cy="3284359"/>
          </a:xfrm>
        </p:spPr>
        <p:txBody>
          <a:bodyPr>
            <a:normAutofit/>
          </a:bodyPr>
          <a:lstStyle>
            <a:lvl1pPr marL="0" indent="0">
              <a:buNone/>
              <a:defRPr/>
            </a:lvl1pPr>
          </a:lstStyle>
          <a:p>
            <a:pPr lvl="0"/>
            <a:r>
              <a:rPr lang="en-US"/>
              <a:t>Click to edit Master text styles</a:t>
            </a:r>
          </a:p>
        </p:txBody>
      </p:sp>
      <p:sp>
        <p:nvSpPr>
          <p:cNvPr id="8" name="Date Placeholder 3">
            <a:extLst>
              <a:ext uri="{FF2B5EF4-FFF2-40B4-BE49-F238E27FC236}">
                <a16:creationId xmlns:a16="http://schemas.microsoft.com/office/drawing/2014/main" id="{5CD3EB2B-80EF-4DC6-B2B6-F4B568443970}"/>
              </a:ext>
            </a:extLst>
          </p:cNvPr>
          <p:cNvSpPr>
            <a:spLocks noGrp="1"/>
          </p:cNvSpPr>
          <p:nvPr>
            <p:ph type="dt" sz="half" idx="10"/>
          </p:nvPr>
        </p:nvSpPr>
        <p:spPr>
          <a:xfrm>
            <a:off x="7013448" y="6355080"/>
            <a:ext cx="4352544" cy="365125"/>
          </a:xfrm>
        </p:spPr>
        <p:txBody>
          <a:bodyPr/>
          <a:lstStyle>
            <a:lvl1pPr>
              <a:defRPr/>
            </a:lvl1pPr>
          </a:lstStyle>
          <a:p>
            <a:pPr>
              <a:defRPr/>
            </a:pPr>
            <a:endParaRPr lang="en-US" dirty="0">
              <a:solidFill>
                <a:prstClr val="black"/>
              </a:solidFill>
            </a:endParaRPr>
          </a:p>
        </p:txBody>
      </p:sp>
      <p:sp>
        <p:nvSpPr>
          <p:cNvPr id="9" name="Slide Number Placeholder 5">
            <a:extLst>
              <a:ext uri="{FF2B5EF4-FFF2-40B4-BE49-F238E27FC236}">
                <a16:creationId xmlns:a16="http://schemas.microsoft.com/office/drawing/2014/main" id="{3DC3E33A-8A0A-4767-A4D9-CD8956379305}"/>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6D940D-6D44-4DF9-9322-B4B11F7EDCD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799930165"/>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46EB31F-C5DF-49FF-8DEA-86AC0C1860A0}"/>
              </a:ext>
              <a:ext uri="{C183D7F6-B498-43B3-948B-1728B52AA6E4}">
                <adec:decorative xmlns:adec="http://schemas.microsoft.com/office/drawing/2017/decorative" val="1"/>
              </a:ext>
            </a:extLst>
          </p:cNvPr>
          <p:cNvSpPr/>
          <p:nvPr userDrawn="1"/>
        </p:nvSpPr>
        <p:spPr>
          <a:xfrm>
            <a:off x="1" y="0"/>
            <a:ext cx="7086599" cy="45339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AB4C3"/>
              </a:solidFill>
              <a:effectLst/>
              <a:uLnTx/>
              <a:uFillTx/>
              <a:latin typeface="Avenir Next LT Pro"/>
              <a:ea typeface="+mn-ea"/>
              <a:cs typeface="+mn-cs"/>
            </a:endParaRPr>
          </a:p>
        </p:txBody>
      </p:sp>
      <p:sp>
        <p:nvSpPr>
          <p:cNvPr id="4" name="Title 1">
            <a:extLst>
              <a:ext uri="{FF2B5EF4-FFF2-40B4-BE49-F238E27FC236}">
                <a16:creationId xmlns:a16="http://schemas.microsoft.com/office/drawing/2014/main" id="{ACFE912F-46EC-49B0-9C9A-DE9CBDF9FBBF}"/>
              </a:ext>
            </a:extLst>
          </p:cNvPr>
          <p:cNvSpPr>
            <a:spLocks noGrp="1"/>
          </p:cNvSpPr>
          <p:nvPr>
            <p:ph type="ctrTitle"/>
          </p:nvPr>
        </p:nvSpPr>
        <p:spPr>
          <a:xfrm>
            <a:off x="649045" y="753035"/>
            <a:ext cx="5945393" cy="2366683"/>
          </a:xfrm>
        </p:spPr>
        <p:txBody>
          <a:bodyPr>
            <a:normAutofit/>
          </a:bodyPr>
          <a:lstStyle>
            <a:lvl1pPr>
              <a:defRPr spc="-20" baseline="0">
                <a:solidFill>
                  <a:schemeClr val="bg1"/>
                </a:solidFill>
              </a:defRPr>
            </a:lvl1pPr>
          </a:lstStyle>
          <a:p>
            <a:r>
              <a:rPr lang="en-US" sz="6000"/>
              <a:t>Click to edit Master title style</a:t>
            </a:r>
            <a:endParaRPr lang="en-US" sz="6000" dirty="0"/>
          </a:p>
        </p:txBody>
      </p:sp>
      <p:sp>
        <p:nvSpPr>
          <p:cNvPr id="5" name="Subtitle 2">
            <a:extLst>
              <a:ext uri="{FF2B5EF4-FFF2-40B4-BE49-F238E27FC236}">
                <a16:creationId xmlns:a16="http://schemas.microsoft.com/office/drawing/2014/main" id="{9BF32D81-1E24-45B8-A09D-EEAD404D8F31}"/>
              </a:ext>
            </a:extLst>
          </p:cNvPr>
          <p:cNvSpPr>
            <a:spLocks noGrp="1"/>
          </p:cNvSpPr>
          <p:nvPr>
            <p:ph type="subTitle" idx="1"/>
          </p:nvPr>
        </p:nvSpPr>
        <p:spPr>
          <a:xfrm>
            <a:off x="649045" y="3075868"/>
            <a:ext cx="5945393" cy="1108335"/>
          </a:xfrm>
        </p:spPr>
        <p:txBody>
          <a:bodyPr>
            <a:normAutofit/>
          </a:bodyPr>
          <a:lstStyle>
            <a:lvl1pPr marL="0" indent="0">
              <a:buNone/>
              <a:defRPr sz="2400">
                <a:solidFill>
                  <a:schemeClr val="bg1"/>
                </a:solidFill>
              </a:defRPr>
            </a:lvl1pPr>
          </a:lstStyle>
          <a:p>
            <a:r>
              <a:rPr lang="en-US"/>
              <a:t>Click to edit Master subtitle style</a:t>
            </a:r>
            <a:endParaRPr lang="en-US" dirty="0"/>
          </a:p>
        </p:txBody>
      </p:sp>
      <p:sp>
        <p:nvSpPr>
          <p:cNvPr id="16" name="Picture Placeholder 15">
            <a:extLst>
              <a:ext uri="{FF2B5EF4-FFF2-40B4-BE49-F238E27FC236}">
                <a16:creationId xmlns:a16="http://schemas.microsoft.com/office/drawing/2014/main" id="{9F9C7900-0694-4FDF-B29C-24016C0B9C60}"/>
              </a:ext>
            </a:extLst>
          </p:cNvPr>
          <p:cNvSpPr>
            <a:spLocks noGrp="1"/>
          </p:cNvSpPr>
          <p:nvPr>
            <p:ph type="pic" sz="quarter" idx="14" hasCustomPrompt="1"/>
          </p:nvPr>
        </p:nvSpPr>
        <p:spPr>
          <a:xfrm>
            <a:off x="0" y="4533900"/>
            <a:ext cx="7086598" cy="2324100"/>
          </a:xfrm>
        </p:spPr>
        <p:txBody>
          <a:bodyPr/>
          <a:lstStyle>
            <a:lvl1pPr marL="0" indent="0" algn="l">
              <a:buNone/>
              <a:defRPr/>
            </a:lvl1pPr>
          </a:lstStyle>
          <a:p>
            <a:r>
              <a:rPr lang="en-US" dirty="0"/>
              <a:t>Click to add photo</a:t>
            </a:r>
          </a:p>
        </p:txBody>
      </p:sp>
      <p:sp>
        <p:nvSpPr>
          <p:cNvPr id="8" name="Footer Placeholder 4">
            <a:extLst>
              <a:ext uri="{FF2B5EF4-FFF2-40B4-BE49-F238E27FC236}">
                <a16:creationId xmlns:a16="http://schemas.microsoft.com/office/drawing/2014/main" id="{52F1BABA-5C8C-4693-BD5A-974A171125F5}"/>
              </a:ext>
            </a:extLst>
          </p:cNvPr>
          <p:cNvSpPr>
            <a:spLocks noGrp="1"/>
          </p:cNvSpPr>
          <p:nvPr>
            <p:ph type="ftr" sz="quarter" idx="11"/>
          </p:nvPr>
        </p:nvSpPr>
        <p:spPr>
          <a:xfrm>
            <a:off x="201168" y="6356350"/>
            <a:ext cx="4837176" cy="365125"/>
          </a:xfrm>
        </p:spPr>
        <p:txBody>
          <a:bodyPr/>
          <a:lstStyle>
            <a:lvl1pPr>
              <a:defRPr>
                <a:solidFill>
                  <a:schemeClr val="bg1"/>
                </a:solidFill>
              </a:defRPr>
            </a:lvl1pPr>
          </a:lstStyle>
          <a:p>
            <a:pPr>
              <a:defRPr/>
            </a:pPr>
            <a:endParaRPr lang="en-US" dirty="0">
              <a:effectLst>
                <a:outerShdw blurRad="38100" dist="38100" dir="2700000" algn="tl">
                  <a:srgbClr val="000000">
                    <a:alpha val="43137"/>
                  </a:srgbClr>
                </a:outerShdw>
              </a:effectLst>
            </a:endParaRPr>
          </a:p>
        </p:txBody>
      </p:sp>
      <p:sp>
        <p:nvSpPr>
          <p:cNvPr id="14" name="Picture Placeholder 12">
            <a:extLst>
              <a:ext uri="{FF2B5EF4-FFF2-40B4-BE49-F238E27FC236}">
                <a16:creationId xmlns:a16="http://schemas.microsoft.com/office/drawing/2014/main" id="{D71BA6F2-2182-4910-8DA6-71E5AB274588}"/>
              </a:ext>
            </a:extLst>
          </p:cNvPr>
          <p:cNvSpPr>
            <a:spLocks noGrp="1"/>
          </p:cNvSpPr>
          <p:nvPr>
            <p:ph type="pic" sz="quarter" idx="13" hasCustomPrompt="1"/>
          </p:nvPr>
        </p:nvSpPr>
        <p:spPr>
          <a:xfrm>
            <a:off x="7086600" y="0"/>
            <a:ext cx="5105400" cy="4533900"/>
          </a:xfrm>
        </p:spPr>
        <p:txBody>
          <a:bodyPr/>
          <a:lstStyle>
            <a:lvl1pPr marL="0" indent="0" algn="ctr">
              <a:buNone/>
              <a:defRPr/>
            </a:lvl1pPr>
          </a:lstStyle>
          <a:p>
            <a:r>
              <a:rPr lang="en-US" dirty="0"/>
              <a:t>Click to add photo</a:t>
            </a:r>
          </a:p>
        </p:txBody>
      </p:sp>
      <p:sp>
        <p:nvSpPr>
          <p:cNvPr id="17" name="Picture Placeholder 15">
            <a:extLst>
              <a:ext uri="{FF2B5EF4-FFF2-40B4-BE49-F238E27FC236}">
                <a16:creationId xmlns:a16="http://schemas.microsoft.com/office/drawing/2014/main" id="{83DCD7D2-7B94-48E9-9DCA-E72E1BCE4375}"/>
              </a:ext>
            </a:extLst>
          </p:cNvPr>
          <p:cNvSpPr>
            <a:spLocks noGrp="1"/>
          </p:cNvSpPr>
          <p:nvPr>
            <p:ph type="pic" sz="quarter" idx="15" hasCustomPrompt="1"/>
          </p:nvPr>
        </p:nvSpPr>
        <p:spPr>
          <a:xfrm>
            <a:off x="7086598" y="4533900"/>
            <a:ext cx="5105402" cy="2324100"/>
          </a:xfrm>
        </p:spPr>
        <p:txBody>
          <a:bodyPr/>
          <a:lstStyle>
            <a:lvl1pPr marL="0" indent="0">
              <a:buNone/>
              <a:defRPr/>
            </a:lvl1pPr>
          </a:lstStyle>
          <a:p>
            <a:r>
              <a:rPr lang="en-US" dirty="0"/>
              <a:t>Click to add photo</a:t>
            </a:r>
          </a:p>
        </p:txBody>
      </p:sp>
      <p:sp>
        <p:nvSpPr>
          <p:cNvPr id="10" name="Date Placeholder 3">
            <a:extLst>
              <a:ext uri="{FF2B5EF4-FFF2-40B4-BE49-F238E27FC236}">
                <a16:creationId xmlns:a16="http://schemas.microsoft.com/office/drawing/2014/main" id="{94253B29-520A-4014-A821-4F52F57CBC62}"/>
              </a:ext>
            </a:extLst>
          </p:cNvPr>
          <p:cNvSpPr>
            <a:spLocks noGrp="1"/>
          </p:cNvSpPr>
          <p:nvPr>
            <p:ph type="dt" sz="half" idx="10"/>
          </p:nvPr>
        </p:nvSpPr>
        <p:spPr>
          <a:xfrm>
            <a:off x="7013448" y="6355080"/>
            <a:ext cx="4352544" cy="365125"/>
          </a:xfrm>
        </p:spPr>
        <p:txBody>
          <a:bodyPr/>
          <a:lstStyle>
            <a:lvl1pPr>
              <a:defRPr>
                <a:solidFill>
                  <a:schemeClr val="bg1"/>
                </a:solidFill>
              </a:defRPr>
            </a:lvl1pPr>
          </a:lstStyle>
          <a:p>
            <a:pPr>
              <a:defRPr/>
            </a:pPr>
            <a:endParaRPr lang="en-US" dirty="0">
              <a:effectLst>
                <a:outerShdw blurRad="38100" dist="38100" dir="2700000" algn="tl">
                  <a:srgbClr val="000000">
                    <a:alpha val="43137"/>
                  </a:srgbClr>
                </a:outerShdw>
              </a:effectLst>
            </a:endParaRPr>
          </a:p>
        </p:txBody>
      </p:sp>
      <p:sp>
        <p:nvSpPr>
          <p:cNvPr id="11" name="Slide Number Placeholder 5">
            <a:extLst>
              <a:ext uri="{FF2B5EF4-FFF2-40B4-BE49-F238E27FC236}">
                <a16:creationId xmlns:a16="http://schemas.microsoft.com/office/drawing/2014/main" id="{46B60DEE-1456-46C0-A3E5-4CAF3E128D5B}"/>
              </a:ext>
            </a:extLst>
          </p:cNvPr>
          <p:cNvSpPr>
            <a:spLocks noGrp="1"/>
          </p:cNvSpPr>
          <p:nvPr>
            <p:ph type="sldNum" sz="quarter" idx="12"/>
          </p:nvPr>
        </p:nvSpPr>
        <p:spPr>
          <a:xfrm>
            <a:off x="11365992" y="6356350"/>
            <a:ext cx="630936" cy="365125"/>
          </a:xfrm>
        </p:spPr>
        <p:txBody>
          <a:bodyPr/>
          <a:lstStyle>
            <a:lvl1pPr>
              <a:defRPr>
                <a:solidFill>
                  <a:schemeClr val="bg1"/>
                </a:solidFill>
              </a:defRPr>
            </a:lvl1pPr>
          </a:lstStyle>
          <a:p>
            <a:pPr>
              <a:defRPr/>
            </a:pPr>
            <a:fld id="{2722F022-211C-4882-844C-086FEA6806AA}" type="slidenum">
              <a:rPr lang="en-US" smtClean="0">
                <a:effectLst>
                  <a:outerShdw blurRad="38100" dist="38100" dir="2700000" algn="tl">
                    <a:srgbClr val="000000">
                      <a:alpha val="43137"/>
                    </a:srgbClr>
                  </a:outerShdw>
                </a:effectLst>
              </a:rPr>
              <a:pPr>
                <a:defRPr/>
              </a:pPr>
              <a:t>‹#›</a:t>
            </a:fld>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78407353"/>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4F4DD58-525D-4728-A769-9F38711D57DA}"/>
              </a:ext>
              <a:ext uri="{C183D7F6-B498-43B3-948B-1728B52AA6E4}">
                <adec:decorative xmlns:adec="http://schemas.microsoft.com/office/drawing/2017/decorative" val="1"/>
              </a:ext>
            </a:extLst>
          </p:cNvPr>
          <p:cNvSpPr/>
          <p:nvPr userDrawn="1"/>
        </p:nvSpPr>
        <p:spPr>
          <a:xfrm>
            <a:off x="0" y="0"/>
            <a:ext cx="3048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4" name="Title 3">
            <a:extLst>
              <a:ext uri="{FF2B5EF4-FFF2-40B4-BE49-F238E27FC236}">
                <a16:creationId xmlns:a16="http://schemas.microsoft.com/office/drawing/2014/main" id="{C1F862FE-7A72-432B-9888-FB389D35BDF2}"/>
              </a:ext>
            </a:extLst>
          </p:cNvPr>
          <p:cNvSpPr>
            <a:spLocks noGrp="1"/>
          </p:cNvSpPr>
          <p:nvPr>
            <p:ph type="title" hasCustomPrompt="1"/>
          </p:nvPr>
        </p:nvSpPr>
        <p:spPr>
          <a:xfrm>
            <a:off x="331788" y="875030"/>
            <a:ext cx="2384425" cy="5068570"/>
          </a:xfrm>
        </p:spPr>
        <p:txBody>
          <a:bodyPr/>
          <a:lstStyle>
            <a:lvl1pPr>
              <a:lnSpc>
                <a:spcPct val="100000"/>
              </a:lnSpc>
              <a:defRPr spc="-20" baseline="0">
                <a:solidFill>
                  <a:schemeClr val="bg1"/>
                </a:solidFill>
              </a:defRPr>
            </a:lvl1pPr>
          </a:lstStyle>
          <a:p>
            <a:r>
              <a:rPr lang="en-US" dirty="0"/>
              <a:t>Click  to add text</a:t>
            </a:r>
          </a:p>
        </p:txBody>
      </p:sp>
      <p:sp>
        <p:nvSpPr>
          <p:cNvPr id="13" name="Footer Placeholder 4">
            <a:extLst>
              <a:ext uri="{FF2B5EF4-FFF2-40B4-BE49-F238E27FC236}">
                <a16:creationId xmlns:a16="http://schemas.microsoft.com/office/drawing/2014/main" id="{A256B58A-EC2F-48AB-BF2D-AB678AF0C027}"/>
              </a:ext>
            </a:extLst>
          </p:cNvPr>
          <p:cNvSpPr>
            <a:spLocks noGrp="1"/>
          </p:cNvSpPr>
          <p:nvPr>
            <p:ph type="ftr" sz="quarter" idx="11"/>
          </p:nvPr>
        </p:nvSpPr>
        <p:spPr>
          <a:xfrm>
            <a:off x="199277" y="6356350"/>
            <a:ext cx="2771138" cy="365125"/>
          </a:xfrm>
        </p:spPr>
        <p:txBody>
          <a:bodyPr/>
          <a:lstStyle>
            <a:lvl1pPr>
              <a:defRPr>
                <a:solidFill>
                  <a:schemeClr val="bg1"/>
                </a:solidFill>
              </a:defRPr>
            </a:lvl1pPr>
          </a:lstStyle>
          <a:p>
            <a:pPr>
              <a:defRPr/>
            </a:pPr>
            <a:endParaRPr lang="en-US" dirty="0"/>
          </a:p>
        </p:txBody>
      </p:sp>
      <p:sp>
        <p:nvSpPr>
          <p:cNvPr id="3" name="Content Placeholder 2">
            <a:extLst>
              <a:ext uri="{FF2B5EF4-FFF2-40B4-BE49-F238E27FC236}">
                <a16:creationId xmlns:a16="http://schemas.microsoft.com/office/drawing/2014/main" id="{99D33DA1-34CB-434E-99AF-EA31D28A1941}"/>
              </a:ext>
            </a:extLst>
          </p:cNvPr>
          <p:cNvSpPr>
            <a:spLocks noGrp="1"/>
          </p:cNvSpPr>
          <p:nvPr>
            <p:ph sz="quarter" idx="14" hasCustomPrompt="1"/>
          </p:nvPr>
        </p:nvSpPr>
        <p:spPr>
          <a:xfrm>
            <a:off x="3302000" y="876300"/>
            <a:ext cx="8607425" cy="4749800"/>
          </a:xfrm>
        </p:spPr>
        <p:txBody>
          <a:bodyPr/>
          <a:lstStyle>
            <a:lvl1pPr>
              <a:defRPr/>
            </a:lvl1pPr>
          </a:lstStyle>
          <a:p>
            <a:pPr lvl="0"/>
            <a:r>
              <a:rPr lang="en-US" dirty="0"/>
              <a:t>Click to add content</a:t>
            </a:r>
          </a:p>
        </p:txBody>
      </p:sp>
      <p:sp>
        <p:nvSpPr>
          <p:cNvPr id="14" name="Date Placeholder 3">
            <a:extLst>
              <a:ext uri="{FF2B5EF4-FFF2-40B4-BE49-F238E27FC236}">
                <a16:creationId xmlns:a16="http://schemas.microsoft.com/office/drawing/2014/main" id="{DB48D9BB-04DF-4542-8DF6-C4C78753805D}"/>
              </a:ext>
            </a:extLst>
          </p:cNvPr>
          <p:cNvSpPr>
            <a:spLocks noGrp="1"/>
          </p:cNvSpPr>
          <p:nvPr>
            <p:ph type="dt" sz="half" idx="10"/>
          </p:nvPr>
        </p:nvSpPr>
        <p:spPr>
          <a:xfrm>
            <a:off x="7013448" y="6355080"/>
            <a:ext cx="4352544" cy="365125"/>
          </a:xfrm>
        </p:spPr>
        <p:txBody>
          <a:bodyPr/>
          <a:lstStyle>
            <a:lvl1pPr>
              <a:defRPr/>
            </a:lvl1pPr>
          </a:lstStyle>
          <a:p>
            <a:pPr>
              <a:defRPr/>
            </a:pPr>
            <a:endParaRPr lang="en-US" dirty="0">
              <a:solidFill>
                <a:prstClr val="black"/>
              </a:solidFill>
            </a:endParaRPr>
          </a:p>
        </p:txBody>
      </p:sp>
      <p:sp>
        <p:nvSpPr>
          <p:cNvPr id="15" name="Slide Number Placeholder 5">
            <a:extLst>
              <a:ext uri="{FF2B5EF4-FFF2-40B4-BE49-F238E27FC236}">
                <a16:creationId xmlns:a16="http://schemas.microsoft.com/office/drawing/2014/main" id="{F22742E1-6009-4FFB-A391-37B987F53002}"/>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3589216583"/>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3FEABB-56CC-491D-830B-02C0466DABB6}"/>
              </a:ext>
              <a:ext uri="{C183D7F6-B498-43B3-948B-1728B52AA6E4}">
                <adec:decorative xmlns:adec="http://schemas.microsoft.com/office/drawing/2017/decorative" val="1"/>
              </a:ext>
            </a:extLst>
          </p:cNvPr>
          <p:cNvSpPr/>
          <p:nvPr userDrawn="1"/>
        </p:nvSpPr>
        <p:spPr>
          <a:xfrm>
            <a:off x="0" y="0"/>
            <a:ext cx="3048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4" name="Title 3">
            <a:extLst>
              <a:ext uri="{FF2B5EF4-FFF2-40B4-BE49-F238E27FC236}">
                <a16:creationId xmlns:a16="http://schemas.microsoft.com/office/drawing/2014/main" id="{34F3EF5A-453C-4D68-BA86-2FB1DE61C17C}"/>
              </a:ext>
            </a:extLst>
          </p:cNvPr>
          <p:cNvSpPr>
            <a:spLocks noGrp="1"/>
          </p:cNvSpPr>
          <p:nvPr>
            <p:ph type="title" hasCustomPrompt="1"/>
          </p:nvPr>
        </p:nvSpPr>
        <p:spPr>
          <a:xfrm>
            <a:off x="331787" y="996950"/>
            <a:ext cx="2384425" cy="4946650"/>
          </a:xfrm>
        </p:spPr>
        <p:txBody>
          <a:bodyPr/>
          <a:lstStyle>
            <a:lvl1pPr>
              <a:lnSpc>
                <a:spcPct val="100000"/>
              </a:lnSpc>
              <a:defRPr spc="-20" baseline="0">
                <a:solidFill>
                  <a:schemeClr val="bg1"/>
                </a:solidFill>
              </a:defRPr>
            </a:lvl1pPr>
          </a:lstStyle>
          <a:p>
            <a:r>
              <a:rPr lang="en-US" dirty="0"/>
              <a:t>Click  to add text</a:t>
            </a:r>
          </a:p>
        </p:txBody>
      </p:sp>
      <p:sp>
        <p:nvSpPr>
          <p:cNvPr id="9" name="Footer Placeholder 4">
            <a:extLst>
              <a:ext uri="{FF2B5EF4-FFF2-40B4-BE49-F238E27FC236}">
                <a16:creationId xmlns:a16="http://schemas.microsoft.com/office/drawing/2014/main" id="{59321BA0-41E1-404D-9063-DF281D1865F3}"/>
              </a:ext>
            </a:extLst>
          </p:cNvPr>
          <p:cNvSpPr>
            <a:spLocks noGrp="1"/>
          </p:cNvSpPr>
          <p:nvPr>
            <p:ph type="ftr" sz="quarter" idx="11"/>
          </p:nvPr>
        </p:nvSpPr>
        <p:spPr>
          <a:xfrm>
            <a:off x="199277" y="6356350"/>
            <a:ext cx="2771138" cy="365125"/>
          </a:xfrm>
        </p:spPr>
        <p:txBody>
          <a:bodyPr/>
          <a:lstStyle>
            <a:lvl1pPr>
              <a:defRPr>
                <a:solidFill>
                  <a:schemeClr val="bg1"/>
                </a:solidFill>
              </a:defRPr>
            </a:lvl1pPr>
          </a:lstStyle>
          <a:p>
            <a:pPr>
              <a:defRPr/>
            </a:pPr>
            <a:endParaRPr lang="en-US" dirty="0"/>
          </a:p>
        </p:txBody>
      </p:sp>
      <p:sp>
        <p:nvSpPr>
          <p:cNvPr id="3" name="Content Placeholder 2">
            <a:extLst>
              <a:ext uri="{FF2B5EF4-FFF2-40B4-BE49-F238E27FC236}">
                <a16:creationId xmlns:a16="http://schemas.microsoft.com/office/drawing/2014/main" id="{3671CEA4-8F84-4893-8A45-28DB0AE2068C}"/>
              </a:ext>
            </a:extLst>
          </p:cNvPr>
          <p:cNvSpPr>
            <a:spLocks noGrp="1"/>
          </p:cNvSpPr>
          <p:nvPr>
            <p:ph sz="quarter" idx="14" hasCustomPrompt="1"/>
          </p:nvPr>
        </p:nvSpPr>
        <p:spPr>
          <a:xfrm>
            <a:off x="3422650" y="996950"/>
            <a:ext cx="8367713" cy="4545013"/>
          </a:xfrm>
        </p:spPr>
        <p:txBody>
          <a:bodyPr/>
          <a:lstStyle>
            <a:lvl1pPr>
              <a:defRPr/>
            </a:lvl1pPr>
          </a:lstStyle>
          <a:p>
            <a:pPr lvl="0"/>
            <a:r>
              <a:rPr lang="en-US" dirty="0"/>
              <a:t>Click to add content</a:t>
            </a:r>
          </a:p>
        </p:txBody>
      </p:sp>
      <p:sp>
        <p:nvSpPr>
          <p:cNvPr id="10" name="Date Placeholder 3">
            <a:extLst>
              <a:ext uri="{FF2B5EF4-FFF2-40B4-BE49-F238E27FC236}">
                <a16:creationId xmlns:a16="http://schemas.microsoft.com/office/drawing/2014/main" id="{C99D2EA6-8453-4240-88D1-460E269D8884}"/>
              </a:ext>
            </a:extLst>
          </p:cNvPr>
          <p:cNvSpPr>
            <a:spLocks noGrp="1"/>
          </p:cNvSpPr>
          <p:nvPr>
            <p:ph type="dt" sz="half" idx="10"/>
          </p:nvPr>
        </p:nvSpPr>
        <p:spPr>
          <a:xfrm>
            <a:off x="7013448" y="6355080"/>
            <a:ext cx="4352544" cy="365125"/>
          </a:xfrm>
        </p:spPr>
        <p:txBody>
          <a:bodyPr/>
          <a:lstStyle>
            <a:lvl1pPr>
              <a:defRPr/>
            </a:lvl1pPr>
          </a:lstStyle>
          <a:p>
            <a:pPr>
              <a:defRPr/>
            </a:pPr>
            <a:endParaRPr lang="en-US" dirty="0">
              <a:solidFill>
                <a:prstClr val="black"/>
              </a:solidFill>
            </a:endParaRPr>
          </a:p>
        </p:txBody>
      </p:sp>
      <p:sp>
        <p:nvSpPr>
          <p:cNvPr id="11" name="Slide Number Placeholder 5">
            <a:extLst>
              <a:ext uri="{FF2B5EF4-FFF2-40B4-BE49-F238E27FC236}">
                <a16:creationId xmlns:a16="http://schemas.microsoft.com/office/drawing/2014/main" id="{02DD4984-9B40-488F-B903-2E0419551F49}"/>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773759147"/>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6" name="Picture Placeholder 22">
            <a:extLst>
              <a:ext uri="{FF2B5EF4-FFF2-40B4-BE49-F238E27FC236}">
                <a16:creationId xmlns:a16="http://schemas.microsoft.com/office/drawing/2014/main" id="{AD3C5B21-C400-4C50-8684-59543CDC43F2}"/>
              </a:ext>
            </a:extLst>
          </p:cNvPr>
          <p:cNvSpPr>
            <a:spLocks noGrp="1"/>
          </p:cNvSpPr>
          <p:nvPr>
            <p:ph type="pic" sz="quarter" idx="13" hasCustomPrompt="1"/>
          </p:nvPr>
        </p:nvSpPr>
        <p:spPr>
          <a:xfrm>
            <a:off x="-2" y="0"/>
            <a:ext cx="12192000" cy="6858000"/>
          </a:xfrm>
          <a:noFill/>
        </p:spPr>
        <p:txBody>
          <a:bodyPr/>
          <a:lstStyle>
            <a:lvl1pPr marL="0" indent="0" algn="ctr">
              <a:buNone/>
              <a:defRPr/>
            </a:lvl1pPr>
          </a:lstStyle>
          <a:p>
            <a:r>
              <a:rPr lang="en-US" dirty="0"/>
              <a:t>Click to add photo</a:t>
            </a:r>
          </a:p>
        </p:txBody>
      </p:sp>
      <p:sp>
        <p:nvSpPr>
          <p:cNvPr id="17" name="Title 1">
            <a:extLst>
              <a:ext uri="{FF2B5EF4-FFF2-40B4-BE49-F238E27FC236}">
                <a16:creationId xmlns:a16="http://schemas.microsoft.com/office/drawing/2014/main" id="{F81B040C-8943-4433-BFE9-AFB1F7C9ED4F}"/>
              </a:ext>
            </a:extLst>
          </p:cNvPr>
          <p:cNvSpPr>
            <a:spLocks noGrp="1"/>
          </p:cNvSpPr>
          <p:nvPr>
            <p:ph type="ctrTitle"/>
          </p:nvPr>
        </p:nvSpPr>
        <p:spPr>
          <a:xfrm>
            <a:off x="1177636" y="-2"/>
            <a:ext cx="11014364" cy="4100947"/>
          </a:xfrm>
          <a:gradFill>
            <a:gsLst>
              <a:gs pos="77000">
                <a:srgbClr val="000000">
                  <a:alpha val="30000"/>
                </a:srgbClr>
              </a:gs>
              <a:gs pos="38000">
                <a:srgbClr val="000000">
                  <a:alpha val="20000"/>
                </a:srgbClr>
              </a:gs>
              <a:gs pos="0">
                <a:srgbClr val="000000">
                  <a:alpha val="0"/>
                </a:srgbClr>
              </a:gs>
              <a:gs pos="20000">
                <a:srgbClr val="000000">
                  <a:alpha val="0"/>
                </a:srgbClr>
              </a:gs>
              <a:gs pos="100000">
                <a:srgbClr val="000000">
                  <a:alpha val="30000"/>
                </a:srgbClr>
              </a:gs>
            </a:gsLst>
            <a:lin ang="21594000" scaled="0"/>
          </a:gradFill>
        </p:spPr>
        <p:txBody>
          <a:bodyPr rIns="731520">
            <a:normAutofit/>
          </a:bodyPr>
          <a:lstStyle>
            <a:lvl1pPr algn="r">
              <a:defRPr sz="6000">
                <a:solidFill>
                  <a:schemeClr val="bg1"/>
                </a:solidFill>
              </a:defRPr>
            </a:lvl1pPr>
          </a:lstStyle>
          <a:p>
            <a:pPr algn="r"/>
            <a:r>
              <a:rPr lang="en-US">
                <a:solidFill>
                  <a:srgbClr val="FFFFFF"/>
                </a:solidFill>
                <a:effectLst>
                  <a:outerShdw blurRad="38100" dist="38100" dir="2700000" algn="tl">
                    <a:srgbClr val="000000">
                      <a:alpha val="43137"/>
                    </a:srgbClr>
                  </a:outerShdw>
                </a:effectLst>
              </a:rPr>
              <a:t>Click to edit Master title style</a:t>
            </a:r>
            <a:endParaRPr lang="en-US" dirty="0">
              <a:solidFill>
                <a:srgbClr val="FFFFFF"/>
              </a:solidFill>
              <a:effectLst>
                <a:outerShdw blurRad="38100" dist="38100" dir="2700000" algn="tl">
                  <a:srgbClr val="000000">
                    <a:alpha val="43137"/>
                  </a:srgbClr>
                </a:outerShdw>
              </a:effectLst>
            </a:endParaRPr>
          </a:p>
        </p:txBody>
      </p:sp>
      <p:sp>
        <p:nvSpPr>
          <p:cNvPr id="18" name="Subtitle 2">
            <a:extLst>
              <a:ext uri="{FF2B5EF4-FFF2-40B4-BE49-F238E27FC236}">
                <a16:creationId xmlns:a16="http://schemas.microsoft.com/office/drawing/2014/main" id="{741A6711-44B3-4723-90E5-802B2DBD8616}"/>
              </a:ext>
            </a:extLst>
          </p:cNvPr>
          <p:cNvSpPr>
            <a:spLocks noGrp="1"/>
          </p:cNvSpPr>
          <p:nvPr>
            <p:ph type="subTitle" idx="1"/>
          </p:nvPr>
        </p:nvSpPr>
        <p:spPr>
          <a:xfrm>
            <a:off x="3241963" y="4089656"/>
            <a:ext cx="8950035" cy="2796566"/>
          </a:xfrm>
          <a:gradFill>
            <a:gsLst>
              <a:gs pos="77000">
                <a:srgbClr val="000000">
                  <a:alpha val="30000"/>
                </a:srgbClr>
              </a:gs>
              <a:gs pos="33000">
                <a:srgbClr val="000000">
                  <a:alpha val="20000"/>
                </a:srgbClr>
              </a:gs>
              <a:gs pos="0">
                <a:srgbClr val="000000">
                  <a:alpha val="0"/>
                </a:srgbClr>
              </a:gs>
              <a:gs pos="100000">
                <a:srgbClr val="000000">
                  <a:alpha val="30000"/>
                </a:srgbClr>
              </a:gs>
            </a:gsLst>
            <a:lin ang="21594000" scaled="0"/>
          </a:gradFill>
        </p:spPr>
        <p:txBody>
          <a:bodyPr tIns="640080" rIns="731520" anchor="t">
            <a:normAutofit/>
          </a:bodyPr>
          <a:lstStyle>
            <a:lvl1pPr marL="0" indent="0" algn="r">
              <a:buNone/>
              <a:defRPr sz="2800" b="1" baseline="0">
                <a:solidFill>
                  <a:schemeClr val="bg1"/>
                </a:solidFill>
              </a:defRPr>
            </a:lvl1pPr>
          </a:lstStyle>
          <a:p>
            <a:pPr algn="r"/>
            <a:r>
              <a:rPr lang="en-US">
                <a:solidFill>
                  <a:srgbClr val="FFFFFF"/>
                </a:solidFill>
                <a:effectLst>
                  <a:outerShdw blurRad="38100" dist="38100" dir="2700000" algn="tl">
                    <a:srgbClr val="000000">
                      <a:alpha val="43137"/>
                    </a:srgbClr>
                  </a:outerShdw>
                </a:effectLst>
              </a:rPr>
              <a:t>Click to edit Master subtitle style</a:t>
            </a:r>
            <a:endParaRPr lang="en-US" dirty="0">
              <a:solidFill>
                <a:srgbClr val="FFFFFF"/>
              </a:solidFill>
              <a:effectLst>
                <a:outerShdw blurRad="38100" dist="38100" dir="2700000" algn="tl">
                  <a:srgbClr val="000000">
                    <a:alpha val="43137"/>
                  </a:srgbClr>
                </a:outerShdw>
              </a:effectLst>
            </a:endParaRPr>
          </a:p>
        </p:txBody>
      </p:sp>
      <p:sp>
        <p:nvSpPr>
          <p:cNvPr id="19" name="Footer Placeholder 4">
            <a:extLst>
              <a:ext uri="{FF2B5EF4-FFF2-40B4-BE49-F238E27FC236}">
                <a16:creationId xmlns:a16="http://schemas.microsoft.com/office/drawing/2014/main" id="{B79A2161-66FE-4C11-AD83-5824307CBD6F}"/>
              </a:ext>
            </a:extLst>
          </p:cNvPr>
          <p:cNvSpPr>
            <a:spLocks noGrp="1"/>
          </p:cNvSpPr>
          <p:nvPr>
            <p:ph type="ftr" sz="quarter" idx="11"/>
          </p:nvPr>
        </p:nvSpPr>
        <p:spPr>
          <a:xfrm>
            <a:off x="201168" y="6356350"/>
            <a:ext cx="4837176" cy="365125"/>
          </a:xfrm>
        </p:spPr>
        <p:txBody>
          <a:bodyPr/>
          <a:lstStyle>
            <a:lvl1pPr>
              <a:defRPr>
                <a:solidFill>
                  <a:schemeClr val="bg1"/>
                </a:solidFill>
              </a:defRPr>
            </a:lvl1pPr>
          </a:lstStyle>
          <a:p>
            <a:pPr>
              <a:defRPr/>
            </a:pPr>
            <a:endParaRPr lang="en-US" dirty="0">
              <a:effectLst>
                <a:outerShdw blurRad="38100" dist="38100" dir="2700000" algn="tl">
                  <a:srgbClr val="000000">
                    <a:alpha val="43137"/>
                  </a:srgbClr>
                </a:outerShdw>
              </a:effectLst>
            </a:endParaRPr>
          </a:p>
        </p:txBody>
      </p:sp>
      <p:sp>
        <p:nvSpPr>
          <p:cNvPr id="20" name="Date Placeholder 3">
            <a:extLst>
              <a:ext uri="{FF2B5EF4-FFF2-40B4-BE49-F238E27FC236}">
                <a16:creationId xmlns:a16="http://schemas.microsoft.com/office/drawing/2014/main" id="{91399727-F37D-4748-90E8-B5B6F5312FF1}"/>
              </a:ext>
            </a:extLst>
          </p:cNvPr>
          <p:cNvSpPr>
            <a:spLocks noGrp="1"/>
          </p:cNvSpPr>
          <p:nvPr>
            <p:ph type="dt" sz="half" idx="10"/>
          </p:nvPr>
        </p:nvSpPr>
        <p:spPr>
          <a:xfrm>
            <a:off x="7013448" y="6355080"/>
            <a:ext cx="4352544" cy="365125"/>
          </a:xfrm>
        </p:spPr>
        <p:txBody>
          <a:bodyPr/>
          <a:lstStyle>
            <a:lvl1pPr>
              <a:defRPr>
                <a:solidFill>
                  <a:schemeClr val="bg1"/>
                </a:solidFill>
              </a:defRPr>
            </a:lvl1pPr>
          </a:lstStyle>
          <a:p>
            <a:pPr>
              <a:defRPr/>
            </a:pPr>
            <a:endParaRPr lang="en-US" dirty="0">
              <a:effectLst>
                <a:outerShdw blurRad="38100" dist="38100" dir="2700000" algn="tl">
                  <a:srgbClr val="000000">
                    <a:alpha val="43137"/>
                  </a:srgbClr>
                </a:outerShdw>
              </a:effectLst>
            </a:endParaRPr>
          </a:p>
        </p:txBody>
      </p:sp>
      <p:sp>
        <p:nvSpPr>
          <p:cNvPr id="21" name="Slide Number Placeholder 5">
            <a:extLst>
              <a:ext uri="{FF2B5EF4-FFF2-40B4-BE49-F238E27FC236}">
                <a16:creationId xmlns:a16="http://schemas.microsoft.com/office/drawing/2014/main" id="{B9DE4FD1-0950-4A6A-8167-F0E9C622D106}"/>
              </a:ext>
            </a:extLst>
          </p:cNvPr>
          <p:cNvSpPr>
            <a:spLocks noGrp="1"/>
          </p:cNvSpPr>
          <p:nvPr>
            <p:ph type="sldNum" sz="quarter" idx="12"/>
          </p:nvPr>
        </p:nvSpPr>
        <p:spPr>
          <a:xfrm>
            <a:off x="11365992" y="6356350"/>
            <a:ext cx="630936" cy="365125"/>
          </a:xfrm>
        </p:spPr>
        <p:txBody>
          <a:bodyPr/>
          <a:lstStyle>
            <a:lvl1pPr>
              <a:defRPr>
                <a:solidFill>
                  <a:schemeClr val="bg1"/>
                </a:solidFill>
              </a:defRPr>
            </a:lvl1pPr>
          </a:lstStyle>
          <a:p>
            <a:pPr>
              <a:defRPr/>
            </a:pPr>
            <a:fld id="{CD6D940D-6D44-4DF9-9322-B4B11F7EDCD0}" type="slidenum">
              <a:rPr lang="en-US" smtClean="0">
                <a:effectLst>
                  <a:outerShdw blurRad="38100" dist="38100" dir="2700000" algn="tl">
                    <a:srgbClr val="000000">
                      <a:alpha val="43137"/>
                    </a:srgbClr>
                  </a:outerShdw>
                </a:effectLst>
              </a:rPr>
              <a:pPr>
                <a:defRPr/>
              </a:pPr>
              <a:t>‹#›</a:t>
            </a:fld>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67047111"/>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A42DEE-636F-4A79-B56A-5AF989E1FDC5}"/>
              </a:ext>
              <a:ext uri="{C183D7F6-B498-43B3-948B-1728B52AA6E4}">
                <adec:decorative xmlns:adec="http://schemas.microsoft.com/office/drawing/2017/decorative" val="1"/>
              </a:ext>
            </a:extLst>
          </p:cNvPr>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0" name="Title 9">
            <a:extLst>
              <a:ext uri="{FF2B5EF4-FFF2-40B4-BE49-F238E27FC236}">
                <a16:creationId xmlns:a16="http://schemas.microsoft.com/office/drawing/2014/main" id="{B75C9195-04C9-4D9A-B613-44A5F5900DBD}"/>
              </a:ext>
            </a:extLst>
          </p:cNvPr>
          <p:cNvSpPr>
            <a:spLocks noGrp="1"/>
          </p:cNvSpPr>
          <p:nvPr>
            <p:ph type="title" hasCustomPrompt="1"/>
          </p:nvPr>
        </p:nvSpPr>
        <p:spPr>
          <a:xfrm>
            <a:off x="1002983" y="194783"/>
            <a:ext cx="9421177" cy="769493"/>
          </a:xfrm>
        </p:spPr>
        <p:txBody>
          <a:bodyPr anchor="ctr"/>
          <a:lstStyle>
            <a:lvl1pPr>
              <a:lnSpc>
                <a:spcPct val="100000"/>
              </a:lnSpc>
              <a:defRPr spc="-20" baseline="0">
                <a:solidFill>
                  <a:schemeClr val="bg1"/>
                </a:solidFill>
              </a:defRPr>
            </a:lvl1pPr>
          </a:lstStyle>
          <a:p>
            <a:r>
              <a:rPr lang="en-US" dirty="0"/>
              <a:t>Click to add title</a:t>
            </a:r>
          </a:p>
        </p:txBody>
      </p:sp>
      <p:sp>
        <p:nvSpPr>
          <p:cNvPr id="8" name="Content Placeholder 7">
            <a:extLst>
              <a:ext uri="{FF2B5EF4-FFF2-40B4-BE49-F238E27FC236}">
                <a16:creationId xmlns:a16="http://schemas.microsoft.com/office/drawing/2014/main" id="{4C5A662A-E279-494E-8389-ADC6E870E38D}"/>
              </a:ext>
            </a:extLst>
          </p:cNvPr>
          <p:cNvSpPr>
            <a:spLocks noGrp="1"/>
          </p:cNvSpPr>
          <p:nvPr>
            <p:ph sz="quarter" idx="14" hasCustomPrompt="1"/>
          </p:nvPr>
        </p:nvSpPr>
        <p:spPr>
          <a:xfrm>
            <a:off x="931863" y="1695450"/>
            <a:ext cx="10328275" cy="4314825"/>
          </a:xfrm>
        </p:spPr>
        <p:txBody>
          <a:bodyPr/>
          <a:lstStyle>
            <a:lvl1pPr>
              <a:defRPr/>
            </a:lvl1pPr>
          </a:lstStyle>
          <a:p>
            <a:pPr lvl="0"/>
            <a:r>
              <a:rPr lang="en-US" dirty="0"/>
              <a:t>Click to add content</a:t>
            </a:r>
          </a:p>
        </p:txBody>
      </p:sp>
      <p:sp>
        <p:nvSpPr>
          <p:cNvPr id="4" name="Footer Placeholder 4">
            <a:extLst>
              <a:ext uri="{FF2B5EF4-FFF2-40B4-BE49-F238E27FC236}">
                <a16:creationId xmlns:a16="http://schemas.microsoft.com/office/drawing/2014/main" id="{1420B3F9-9DEF-4500-91D7-25F0B5E91FBF}"/>
              </a:ext>
            </a:extLst>
          </p:cNvPr>
          <p:cNvSpPr>
            <a:spLocks noGrp="1"/>
          </p:cNvSpPr>
          <p:nvPr>
            <p:ph type="ftr" sz="quarter" idx="11"/>
          </p:nvPr>
        </p:nvSpPr>
        <p:spPr>
          <a:xfrm>
            <a:off x="201168" y="6356350"/>
            <a:ext cx="4837176" cy="365125"/>
          </a:xfrm>
        </p:spPr>
        <p:txBody>
          <a:bodyPr/>
          <a:lstStyle>
            <a:lvl1pPr>
              <a:defRPr/>
            </a:lvl1pPr>
          </a:lstStyle>
          <a:p>
            <a:endParaRPr lang="en-US" dirty="0">
              <a:solidFill>
                <a:prstClr val="black"/>
              </a:solidFill>
            </a:endParaRPr>
          </a:p>
        </p:txBody>
      </p:sp>
      <p:sp>
        <p:nvSpPr>
          <p:cNvPr id="5" name="Date Placeholder 3">
            <a:extLst>
              <a:ext uri="{FF2B5EF4-FFF2-40B4-BE49-F238E27FC236}">
                <a16:creationId xmlns:a16="http://schemas.microsoft.com/office/drawing/2014/main" id="{05E504E9-EAD2-4BE5-9736-CED43FF24552}"/>
              </a:ext>
            </a:extLst>
          </p:cNvPr>
          <p:cNvSpPr>
            <a:spLocks noGrp="1"/>
          </p:cNvSpPr>
          <p:nvPr>
            <p:ph type="dt" sz="half" idx="10"/>
          </p:nvPr>
        </p:nvSpPr>
        <p:spPr>
          <a:xfrm>
            <a:off x="7013448" y="6355080"/>
            <a:ext cx="4352544" cy="365125"/>
          </a:xfrm>
        </p:spPr>
        <p:txBody>
          <a:bodyPr/>
          <a:lstStyle>
            <a:lvl1pPr>
              <a:defRPr/>
            </a:lvl1pPr>
          </a:lstStyle>
          <a:p>
            <a:pPr>
              <a:defRPr/>
            </a:pPr>
            <a:endParaRPr lang="en-US" dirty="0">
              <a:solidFill>
                <a:prstClr val="black"/>
              </a:solidFill>
            </a:endParaRPr>
          </a:p>
        </p:txBody>
      </p:sp>
      <p:sp>
        <p:nvSpPr>
          <p:cNvPr id="6" name="Slide Number Placeholder 5">
            <a:extLst>
              <a:ext uri="{FF2B5EF4-FFF2-40B4-BE49-F238E27FC236}">
                <a16:creationId xmlns:a16="http://schemas.microsoft.com/office/drawing/2014/main" id="{8C3EB613-AF5E-423F-A78B-94F856BF646A}"/>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4271998428"/>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F922A0-5527-4314-A2EA-E5CF34EF9434}"/>
              </a:ext>
              <a:ext uri="{C183D7F6-B498-43B3-948B-1728B52AA6E4}">
                <adec:decorative xmlns:adec="http://schemas.microsoft.com/office/drawing/2017/decorative" val="1"/>
              </a:ext>
            </a:extLst>
          </p:cNvPr>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0" name="Title 9">
            <a:extLst>
              <a:ext uri="{FF2B5EF4-FFF2-40B4-BE49-F238E27FC236}">
                <a16:creationId xmlns:a16="http://schemas.microsoft.com/office/drawing/2014/main" id="{96EC4CB6-956E-48EB-86AC-B40D89D74215}"/>
              </a:ext>
            </a:extLst>
          </p:cNvPr>
          <p:cNvSpPr>
            <a:spLocks noGrp="1"/>
          </p:cNvSpPr>
          <p:nvPr>
            <p:ph type="title" hasCustomPrompt="1"/>
          </p:nvPr>
        </p:nvSpPr>
        <p:spPr>
          <a:xfrm>
            <a:off x="1000759" y="194783"/>
            <a:ext cx="10022841" cy="760892"/>
          </a:xfrm>
        </p:spPr>
        <p:txBody>
          <a:bodyPr anchor="ctr"/>
          <a:lstStyle>
            <a:lvl1pPr>
              <a:lnSpc>
                <a:spcPct val="100000"/>
              </a:lnSpc>
              <a:defRPr spc="-20" baseline="0">
                <a:solidFill>
                  <a:schemeClr val="bg1"/>
                </a:solidFill>
              </a:defRPr>
            </a:lvl1pPr>
          </a:lstStyle>
          <a:p>
            <a:r>
              <a:rPr lang="en-US" dirty="0"/>
              <a:t>Click to add title</a:t>
            </a:r>
          </a:p>
        </p:txBody>
      </p:sp>
      <p:sp>
        <p:nvSpPr>
          <p:cNvPr id="9" name="Content Placeholder 8">
            <a:extLst>
              <a:ext uri="{FF2B5EF4-FFF2-40B4-BE49-F238E27FC236}">
                <a16:creationId xmlns:a16="http://schemas.microsoft.com/office/drawing/2014/main" id="{13FA4250-BD33-40AE-934A-A473029C5CA5}"/>
              </a:ext>
            </a:extLst>
          </p:cNvPr>
          <p:cNvSpPr>
            <a:spLocks noGrp="1"/>
          </p:cNvSpPr>
          <p:nvPr>
            <p:ph sz="quarter" idx="14" hasCustomPrompt="1"/>
          </p:nvPr>
        </p:nvSpPr>
        <p:spPr>
          <a:xfrm>
            <a:off x="646112" y="1560513"/>
            <a:ext cx="10899776" cy="4341812"/>
          </a:xfrm>
        </p:spPr>
        <p:txBody>
          <a:bodyPr/>
          <a:lstStyle>
            <a:lvl1pPr>
              <a:defRPr/>
            </a:lvl1pPr>
          </a:lstStyle>
          <a:p>
            <a:pPr lvl="0"/>
            <a:r>
              <a:rPr lang="en-US" dirty="0"/>
              <a:t>Click to add content</a:t>
            </a:r>
          </a:p>
        </p:txBody>
      </p:sp>
      <p:sp>
        <p:nvSpPr>
          <p:cNvPr id="4" name="Footer Placeholder 4">
            <a:extLst>
              <a:ext uri="{FF2B5EF4-FFF2-40B4-BE49-F238E27FC236}">
                <a16:creationId xmlns:a16="http://schemas.microsoft.com/office/drawing/2014/main" id="{771E7CA1-3FAA-4961-8BAC-93AB2EF6526B}"/>
              </a:ext>
            </a:extLst>
          </p:cNvPr>
          <p:cNvSpPr>
            <a:spLocks noGrp="1"/>
          </p:cNvSpPr>
          <p:nvPr>
            <p:ph type="ftr" sz="quarter" idx="11"/>
          </p:nvPr>
        </p:nvSpPr>
        <p:spPr>
          <a:xfrm>
            <a:off x="201168" y="6356350"/>
            <a:ext cx="4837176" cy="365125"/>
          </a:xfrm>
        </p:spPr>
        <p:txBody>
          <a:bodyPr/>
          <a:lstStyle>
            <a:lvl1pPr>
              <a:defRPr/>
            </a:lvl1pPr>
          </a:lstStyle>
          <a:p>
            <a:endParaRPr lang="en-US" dirty="0">
              <a:solidFill>
                <a:prstClr val="black"/>
              </a:solidFill>
            </a:endParaRPr>
          </a:p>
        </p:txBody>
      </p:sp>
      <p:sp>
        <p:nvSpPr>
          <p:cNvPr id="5" name="Date Placeholder 3">
            <a:extLst>
              <a:ext uri="{FF2B5EF4-FFF2-40B4-BE49-F238E27FC236}">
                <a16:creationId xmlns:a16="http://schemas.microsoft.com/office/drawing/2014/main" id="{520CC547-8B7E-4C4B-9B2A-04BD498A71C2}"/>
              </a:ext>
            </a:extLst>
          </p:cNvPr>
          <p:cNvSpPr>
            <a:spLocks noGrp="1"/>
          </p:cNvSpPr>
          <p:nvPr>
            <p:ph type="dt" sz="half" idx="10"/>
          </p:nvPr>
        </p:nvSpPr>
        <p:spPr>
          <a:xfrm>
            <a:off x="7013448" y="6355080"/>
            <a:ext cx="4352544" cy="365125"/>
          </a:xfrm>
        </p:spPr>
        <p:txBody>
          <a:bodyPr/>
          <a:lstStyle>
            <a:lvl1pPr>
              <a:defRPr/>
            </a:lvl1pPr>
          </a:lstStyle>
          <a:p>
            <a:pPr>
              <a:defRPr/>
            </a:pPr>
            <a:endParaRPr lang="en-US" dirty="0">
              <a:solidFill>
                <a:prstClr val="black"/>
              </a:solidFill>
            </a:endParaRPr>
          </a:p>
        </p:txBody>
      </p:sp>
      <p:sp>
        <p:nvSpPr>
          <p:cNvPr id="6" name="Slide Number Placeholder 5">
            <a:extLst>
              <a:ext uri="{FF2B5EF4-FFF2-40B4-BE49-F238E27FC236}">
                <a16:creationId xmlns:a16="http://schemas.microsoft.com/office/drawing/2014/main" id="{AD34245B-9DC4-457D-AB68-8E3BBB852943}"/>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4190906578"/>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1249680" y="190500"/>
            <a:ext cx="10036292" cy="773776"/>
          </a:xfrm>
        </p:spPr>
        <p:txBody>
          <a:bodyPr anchor="ctr"/>
          <a:lstStyle>
            <a:lvl1pPr algn="r">
              <a:lnSpc>
                <a:spcPct val="100000"/>
              </a:lnSpc>
              <a:defRPr spc="-20" baseline="0">
                <a:solidFill>
                  <a:schemeClr val="bg1"/>
                </a:solidFill>
              </a:defRPr>
            </a:lvl1pPr>
          </a:lstStyle>
          <a:p>
            <a:r>
              <a:rPr lang="en-US" dirty="0"/>
              <a:t>Click to add title</a:t>
            </a:r>
          </a:p>
        </p:txBody>
      </p:sp>
      <p:sp>
        <p:nvSpPr>
          <p:cNvPr id="12" name="Text Placeholder 30">
            <a:extLst>
              <a:ext uri="{FF2B5EF4-FFF2-40B4-BE49-F238E27FC236}">
                <a16:creationId xmlns:a16="http://schemas.microsoft.com/office/drawing/2014/main" id="{7F0BA818-CA3B-46FD-9A79-7BDC1D9CA710}"/>
              </a:ext>
            </a:extLst>
          </p:cNvPr>
          <p:cNvSpPr>
            <a:spLocks noGrp="1"/>
          </p:cNvSpPr>
          <p:nvPr>
            <p:ph type="body" sz="quarter" idx="14" hasCustomPrompt="1"/>
          </p:nvPr>
        </p:nvSpPr>
        <p:spPr>
          <a:xfrm>
            <a:off x="1209243" y="1764139"/>
            <a:ext cx="4756714"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7" name="Text Placeholder 15">
            <a:extLst>
              <a:ext uri="{FF2B5EF4-FFF2-40B4-BE49-F238E27FC236}">
                <a16:creationId xmlns:a16="http://schemas.microsoft.com/office/drawing/2014/main" id="{4EAD007E-B9BB-4C9F-BDC8-127A77F0F96D}"/>
              </a:ext>
            </a:extLst>
          </p:cNvPr>
          <p:cNvSpPr>
            <a:spLocks noGrp="1"/>
          </p:cNvSpPr>
          <p:nvPr>
            <p:ph type="body" sz="quarter" idx="17" hasCustomPrompt="1"/>
          </p:nvPr>
        </p:nvSpPr>
        <p:spPr>
          <a:xfrm>
            <a:off x="1209243" y="2374900"/>
            <a:ext cx="4756714" cy="3365500"/>
          </a:xfrm>
        </p:spPr>
        <p:txBody>
          <a:bodyPr>
            <a:normAutofit/>
          </a:bodyPr>
          <a:lstStyle>
            <a:lvl1pPr>
              <a:defRPr sz="2000"/>
            </a:lvl1pPr>
          </a:lstStyle>
          <a:p>
            <a:pPr lvl="0"/>
            <a:r>
              <a:rPr lang="en-US" dirty="0"/>
              <a:t>Click to add text</a:t>
            </a:r>
          </a:p>
        </p:txBody>
      </p:sp>
      <p:sp>
        <p:nvSpPr>
          <p:cNvPr id="14" name="Text Placeholder 30">
            <a:extLst>
              <a:ext uri="{FF2B5EF4-FFF2-40B4-BE49-F238E27FC236}">
                <a16:creationId xmlns:a16="http://schemas.microsoft.com/office/drawing/2014/main" id="{9ECBA1DE-781A-4AA7-86CA-0EBE52A9B417}"/>
              </a:ext>
            </a:extLst>
          </p:cNvPr>
          <p:cNvSpPr>
            <a:spLocks noGrp="1"/>
          </p:cNvSpPr>
          <p:nvPr>
            <p:ph type="body" sz="quarter" idx="16" hasCustomPrompt="1"/>
          </p:nvPr>
        </p:nvSpPr>
        <p:spPr>
          <a:xfrm>
            <a:off x="6257467" y="1764031"/>
            <a:ext cx="4756714"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8" name="Text Placeholder 15">
            <a:extLst>
              <a:ext uri="{FF2B5EF4-FFF2-40B4-BE49-F238E27FC236}">
                <a16:creationId xmlns:a16="http://schemas.microsoft.com/office/drawing/2014/main" id="{53A9CA10-3BBC-41E7-A34E-C6CCFEC8205E}"/>
              </a:ext>
            </a:extLst>
          </p:cNvPr>
          <p:cNvSpPr>
            <a:spLocks noGrp="1"/>
          </p:cNvSpPr>
          <p:nvPr>
            <p:ph type="body" sz="quarter" idx="18" hasCustomPrompt="1"/>
          </p:nvPr>
        </p:nvSpPr>
        <p:spPr>
          <a:xfrm>
            <a:off x="6257467" y="2374900"/>
            <a:ext cx="4756714" cy="3365500"/>
          </a:xfrm>
        </p:spPr>
        <p:txBody>
          <a:bodyPr>
            <a:normAutofit/>
          </a:bodyPr>
          <a:lstStyle>
            <a:lvl1pPr>
              <a:defRPr sz="2000"/>
            </a:lvl1pPr>
          </a:lstStyle>
          <a:p>
            <a:pPr lvl="0"/>
            <a:r>
              <a:rPr lang="en-US" dirty="0"/>
              <a:t>Click to add text</a:t>
            </a:r>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lvl1pPr>
          </a:lstStyle>
          <a:p>
            <a:pPr>
              <a:defRPr/>
            </a:pPr>
            <a:endParaRPr lang="en-US" dirty="0">
              <a:solidFill>
                <a:prstClr val="black"/>
              </a:solidFill>
            </a:endParaRP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309362860"/>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E97352E-C52D-43BE-BCE2-2D71FE0353EF}"/>
              </a:ext>
              <a:ext uri="{C183D7F6-B498-43B3-948B-1728B52AA6E4}">
                <adec:decorative xmlns:adec="http://schemas.microsoft.com/office/drawing/2017/decorative" val="1"/>
              </a:ext>
            </a:extLst>
          </p:cNvPr>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7" name="Title 6">
            <a:extLst>
              <a:ext uri="{FF2B5EF4-FFF2-40B4-BE49-F238E27FC236}">
                <a16:creationId xmlns:a16="http://schemas.microsoft.com/office/drawing/2014/main" id="{92051A8D-592F-40C1-A65D-E1F17B07C94A}"/>
              </a:ext>
            </a:extLst>
          </p:cNvPr>
          <p:cNvSpPr>
            <a:spLocks noGrp="1"/>
          </p:cNvSpPr>
          <p:nvPr>
            <p:ph type="title" hasCustomPrompt="1"/>
          </p:nvPr>
        </p:nvSpPr>
        <p:spPr>
          <a:xfrm>
            <a:off x="1879600" y="183988"/>
            <a:ext cx="9406372" cy="803380"/>
          </a:xfrm>
        </p:spPr>
        <p:txBody>
          <a:bodyPr anchor="ctr"/>
          <a:lstStyle>
            <a:lvl1pPr algn="r">
              <a:lnSpc>
                <a:spcPct val="100000"/>
              </a:lnSpc>
              <a:defRPr spc="-20" baseline="0">
                <a:solidFill>
                  <a:schemeClr val="bg1"/>
                </a:solidFill>
              </a:defRPr>
            </a:lvl1pPr>
          </a:lstStyle>
          <a:p>
            <a:r>
              <a:rPr lang="en-US" dirty="0"/>
              <a:t>Click to add title</a:t>
            </a:r>
          </a:p>
        </p:txBody>
      </p:sp>
      <p:sp>
        <p:nvSpPr>
          <p:cNvPr id="8" name="Text Placeholder 30">
            <a:extLst>
              <a:ext uri="{FF2B5EF4-FFF2-40B4-BE49-F238E27FC236}">
                <a16:creationId xmlns:a16="http://schemas.microsoft.com/office/drawing/2014/main" id="{CF4C4703-C9D4-483C-8E41-17BB7193D010}"/>
              </a:ext>
            </a:extLst>
          </p:cNvPr>
          <p:cNvSpPr>
            <a:spLocks noGrp="1"/>
          </p:cNvSpPr>
          <p:nvPr>
            <p:ph type="body" sz="quarter" idx="14" hasCustomPrompt="1"/>
          </p:nvPr>
        </p:nvSpPr>
        <p:spPr>
          <a:xfrm>
            <a:off x="851300" y="1764193"/>
            <a:ext cx="3327366"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4" name="Text Placeholder 15">
            <a:extLst>
              <a:ext uri="{FF2B5EF4-FFF2-40B4-BE49-F238E27FC236}">
                <a16:creationId xmlns:a16="http://schemas.microsoft.com/office/drawing/2014/main" id="{7393281D-B77A-4BB8-A3E2-49E0F1259DA9}"/>
              </a:ext>
            </a:extLst>
          </p:cNvPr>
          <p:cNvSpPr>
            <a:spLocks noGrp="1"/>
          </p:cNvSpPr>
          <p:nvPr>
            <p:ph type="body" sz="quarter" idx="19" hasCustomPrompt="1"/>
          </p:nvPr>
        </p:nvSpPr>
        <p:spPr>
          <a:xfrm>
            <a:off x="851193" y="2374899"/>
            <a:ext cx="3327366" cy="3485573"/>
          </a:xfrm>
        </p:spPr>
        <p:txBody>
          <a:bodyPr>
            <a:normAutofit/>
          </a:bodyPr>
          <a:lstStyle>
            <a:lvl1pPr>
              <a:defRPr sz="2000"/>
            </a:lvl1pPr>
          </a:lstStyle>
          <a:p>
            <a:pPr lvl="0"/>
            <a:r>
              <a:rPr lang="en-US" dirty="0"/>
              <a:t>Click to add text</a:t>
            </a:r>
          </a:p>
        </p:txBody>
      </p:sp>
      <p:sp>
        <p:nvSpPr>
          <p:cNvPr id="12" name="Text Placeholder 30">
            <a:extLst>
              <a:ext uri="{FF2B5EF4-FFF2-40B4-BE49-F238E27FC236}">
                <a16:creationId xmlns:a16="http://schemas.microsoft.com/office/drawing/2014/main" id="{6B205DED-723B-48E3-AE9F-556696225CAA}"/>
              </a:ext>
            </a:extLst>
          </p:cNvPr>
          <p:cNvSpPr>
            <a:spLocks noGrp="1"/>
          </p:cNvSpPr>
          <p:nvPr>
            <p:ph type="body" sz="quarter" idx="18" hasCustomPrompt="1"/>
          </p:nvPr>
        </p:nvSpPr>
        <p:spPr>
          <a:xfrm>
            <a:off x="4432317" y="1764193"/>
            <a:ext cx="3327366"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5" name="Text Placeholder 15">
            <a:extLst>
              <a:ext uri="{FF2B5EF4-FFF2-40B4-BE49-F238E27FC236}">
                <a16:creationId xmlns:a16="http://schemas.microsoft.com/office/drawing/2014/main" id="{77D63D24-8466-44F3-898F-5CBC42C7681F}"/>
              </a:ext>
            </a:extLst>
          </p:cNvPr>
          <p:cNvSpPr>
            <a:spLocks noGrp="1"/>
          </p:cNvSpPr>
          <p:nvPr>
            <p:ph type="body" sz="quarter" idx="20" hasCustomPrompt="1"/>
          </p:nvPr>
        </p:nvSpPr>
        <p:spPr>
          <a:xfrm>
            <a:off x="4432317" y="2374899"/>
            <a:ext cx="3327366" cy="3485573"/>
          </a:xfrm>
        </p:spPr>
        <p:txBody>
          <a:bodyPr>
            <a:normAutofit/>
          </a:bodyPr>
          <a:lstStyle>
            <a:lvl1pPr>
              <a:defRPr sz="2000"/>
            </a:lvl1pPr>
          </a:lstStyle>
          <a:p>
            <a:pPr lvl="0"/>
            <a:r>
              <a:rPr lang="en-US" dirty="0"/>
              <a:t>Click to add text</a:t>
            </a:r>
          </a:p>
        </p:txBody>
      </p:sp>
      <p:sp>
        <p:nvSpPr>
          <p:cNvPr id="10" name="Text Placeholder 30">
            <a:extLst>
              <a:ext uri="{FF2B5EF4-FFF2-40B4-BE49-F238E27FC236}">
                <a16:creationId xmlns:a16="http://schemas.microsoft.com/office/drawing/2014/main" id="{F600D1D1-B6A8-4A4E-BC6A-897FE089CBEC}"/>
              </a:ext>
            </a:extLst>
          </p:cNvPr>
          <p:cNvSpPr>
            <a:spLocks noGrp="1"/>
          </p:cNvSpPr>
          <p:nvPr>
            <p:ph type="body" sz="quarter" idx="16" hasCustomPrompt="1"/>
          </p:nvPr>
        </p:nvSpPr>
        <p:spPr>
          <a:xfrm>
            <a:off x="8025393" y="1764193"/>
            <a:ext cx="3327366"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6" name="Text Placeholder 15">
            <a:extLst>
              <a:ext uri="{FF2B5EF4-FFF2-40B4-BE49-F238E27FC236}">
                <a16:creationId xmlns:a16="http://schemas.microsoft.com/office/drawing/2014/main" id="{A205F643-67E9-4E41-A65F-163C816090B9}"/>
              </a:ext>
            </a:extLst>
          </p:cNvPr>
          <p:cNvSpPr>
            <a:spLocks noGrp="1"/>
          </p:cNvSpPr>
          <p:nvPr>
            <p:ph type="body" sz="quarter" idx="21" hasCustomPrompt="1"/>
          </p:nvPr>
        </p:nvSpPr>
        <p:spPr>
          <a:xfrm>
            <a:off x="8025393" y="2374899"/>
            <a:ext cx="3327366" cy="3485573"/>
          </a:xfrm>
        </p:spPr>
        <p:txBody>
          <a:bodyPr>
            <a:normAutofit/>
          </a:bodyPr>
          <a:lstStyle>
            <a:lvl1pPr>
              <a:defRPr sz="2000"/>
            </a:lvl1pPr>
          </a:lstStyle>
          <a:p>
            <a:pPr lvl="0"/>
            <a:r>
              <a:rPr lang="en-US" dirty="0"/>
              <a:t>Click to add text</a:t>
            </a:r>
          </a:p>
        </p:txBody>
      </p:sp>
      <p:sp>
        <p:nvSpPr>
          <p:cNvPr id="2" name="Footer Placeholder 4">
            <a:extLst>
              <a:ext uri="{FF2B5EF4-FFF2-40B4-BE49-F238E27FC236}">
                <a16:creationId xmlns:a16="http://schemas.microsoft.com/office/drawing/2014/main" id="{B0EF04CC-F1B1-495C-BA2F-F28A5D9715A2}"/>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
        <p:nvSpPr>
          <p:cNvPr id="3" name="Date Placeholder 3">
            <a:extLst>
              <a:ext uri="{FF2B5EF4-FFF2-40B4-BE49-F238E27FC236}">
                <a16:creationId xmlns:a16="http://schemas.microsoft.com/office/drawing/2014/main" id="{657B66A6-EBC5-4A75-B938-7148B7A12627}"/>
              </a:ext>
            </a:extLst>
          </p:cNvPr>
          <p:cNvSpPr>
            <a:spLocks noGrp="1"/>
          </p:cNvSpPr>
          <p:nvPr>
            <p:ph type="dt" sz="half" idx="10"/>
          </p:nvPr>
        </p:nvSpPr>
        <p:spPr>
          <a:xfrm>
            <a:off x="7013448" y="6355080"/>
            <a:ext cx="4352544" cy="365125"/>
          </a:xfrm>
        </p:spPr>
        <p:txBody>
          <a:bodyPr/>
          <a:lstStyle>
            <a:lvl1pPr>
              <a:defRPr/>
            </a:lvl1pPr>
          </a:lstStyle>
          <a:p>
            <a:pPr>
              <a:defRPr/>
            </a:pPr>
            <a:endParaRPr lang="en-US" dirty="0">
              <a:solidFill>
                <a:prstClr val="black"/>
              </a:solidFill>
            </a:endParaRPr>
          </a:p>
        </p:txBody>
      </p:sp>
      <p:sp>
        <p:nvSpPr>
          <p:cNvPr id="4" name="Slide Number Placeholder 5">
            <a:extLst>
              <a:ext uri="{FF2B5EF4-FFF2-40B4-BE49-F238E27FC236}">
                <a16:creationId xmlns:a16="http://schemas.microsoft.com/office/drawing/2014/main" id="{D83DD707-C769-4868-9B2F-1BF7ABBCD207}"/>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209807713"/>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152F41C-45C5-4E09-A91A-8F4AE80B065E}"/>
              </a:ext>
              <a:ext uri="{C183D7F6-B498-43B3-948B-1728B52AA6E4}">
                <adec:decorative xmlns:adec="http://schemas.microsoft.com/office/drawing/2017/decorative" val="1"/>
              </a:ext>
            </a:extLst>
          </p:cNvPr>
          <p:cNvSpPr/>
          <p:nvPr userDrawn="1"/>
        </p:nvSpPr>
        <p:spPr>
          <a:xfrm>
            <a:off x="0" y="4533900"/>
            <a:ext cx="9144000" cy="2324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AB4C3"/>
              </a:solidFill>
              <a:effectLst/>
              <a:uLnTx/>
              <a:uFillTx/>
              <a:latin typeface="Avenir Next LT Pro"/>
              <a:ea typeface="+mn-ea"/>
              <a:cs typeface="+mn-cs"/>
            </a:endParaRPr>
          </a:p>
        </p:txBody>
      </p:sp>
      <p:sp>
        <p:nvSpPr>
          <p:cNvPr id="10" name="Title 6">
            <a:extLst>
              <a:ext uri="{FF2B5EF4-FFF2-40B4-BE49-F238E27FC236}">
                <a16:creationId xmlns:a16="http://schemas.microsoft.com/office/drawing/2014/main" id="{DA9EBEF3-E8A8-4C5C-B6D9-B322242DC93A}"/>
              </a:ext>
            </a:extLst>
          </p:cNvPr>
          <p:cNvSpPr>
            <a:spLocks noGrp="1"/>
          </p:cNvSpPr>
          <p:nvPr>
            <p:ph type="ctrTitle"/>
          </p:nvPr>
        </p:nvSpPr>
        <p:spPr>
          <a:xfrm>
            <a:off x="877001" y="4947313"/>
            <a:ext cx="7700617" cy="1409037"/>
          </a:xfrm>
        </p:spPr>
        <p:txBody>
          <a:bodyPr anchor="ctr">
            <a:normAutofit/>
          </a:bodyPr>
          <a:lstStyle>
            <a:lvl1pPr>
              <a:defRPr>
                <a:solidFill>
                  <a:schemeClr val="bg1"/>
                </a:solidFill>
              </a:defRPr>
            </a:lvl1pPr>
          </a:lstStyle>
          <a:p>
            <a:r>
              <a:rPr lang="en-US" sz="5400"/>
              <a:t>Click to edit Master title style</a:t>
            </a:r>
            <a:endParaRPr lang="en-US" sz="5400" dirty="0"/>
          </a:p>
        </p:txBody>
      </p:sp>
      <p:sp>
        <p:nvSpPr>
          <p:cNvPr id="11" name="Subtitle 7">
            <a:extLst>
              <a:ext uri="{FF2B5EF4-FFF2-40B4-BE49-F238E27FC236}">
                <a16:creationId xmlns:a16="http://schemas.microsoft.com/office/drawing/2014/main" id="{6A90C83B-4674-4CF1-9CD4-78C3B7CDCCA8}"/>
              </a:ext>
            </a:extLst>
          </p:cNvPr>
          <p:cNvSpPr>
            <a:spLocks noGrp="1"/>
          </p:cNvSpPr>
          <p:nvPr>
            <p:ph type="subTitle" idx="1"/>
          </p:nvPr>
        </p:nvSpPr>
        <p:spPr>
          <a:xfrm>
            <a:off x="9446252" y="386989"/>
            <a:ext cx="2443495" cy="3758334"/>
          </a:xfrm>
        </p:spPr>
        <p:txBody>
          <a:bodyPr anchor="t">
            <a:normAutofit/>
          </a:bodyPr>
          <a:lstStyle>
            <a:lvl1pPr marL="0" indent="0">
              <a:lnSpc>
                <a:spcPct val="100000"/>
              </a:lnSpc>
              <a:spcBef>
                <a:spcPts val="0"/>
              </a:spcBef>
              <a:buNone/>
              <a:defRPr sz="2800" b="1">
                <a:solidFill>
                  <a:schemeClr val="accent1"/>
                </a:solidFill>
              </a:defRPr>
            </a:lvl1pPr>
          </a:lstStyle>
          <a:p>
            <a:r>
              <a:rPr lang="en-US">
                <a:solidFill>
                  <a:schemeClr val="accent1"/>
                </a:solidFill>
              </a:rPr>
              <a:t>Click to edit Master subtitle style</a:t>
            </a:r>
            <a:endParaRPr lang="en-US" dirty="0">
              <a:solidFill>
                <a:schemeClr val="accent1"/>
              </a:solidFill>
            </a:endParaRPr>
          </a:p>
        </p:txBody>
      </p:sp>
      <p:sp>
        <p:nvSpPr>
          <p:cNvPr id="19" name="Picture Placeholder 17">
            <a:extLst>
              <a:ext uri="{FF2B5EF4-FFF2-40B4-BE49-F238E27FC236}">
                <a16:creationId xmlns:a16="http://schemas.microsoft.com/office/drawing/2014/main" id="{1894E094-44B9-4024-A43A-438DEB225DB2}"/>
              </a:ext>
            </a:extLst>
          </p:cNvPr>
          <p:cNvSpPr>
            <a:spLocks noGrp="1"/>
          </p:cNvSpPr>
          <p:nvPr>
            <p:ph type="pic" sz="quarter" idx="13" hasCustomPrompt="1"/>
          </p:nvPr>
        </p:nvSpPr>
        <p:spPr>
          <a:xfrm>
            <a:off x="0" y="0"/>
            <a:ext cx="9144000" cy="4532313"/>
          </a:xfrm>
        </p:spPr>
        <p:txBody>
          <a:bodyPr/>
          <a:lstStyle>
            <a:lvl1pPr marL="0" indent="0" algn="ctr">
              <a:buNone/>
              <a:defRPr/>
            </a:lvl1pPr>
          </a:lstStyle>
          <a:p>
            <a:r>
              <a:rPr lang="en-US" dirty="0"/>
              <a:t>Click to add photo</a:t>
            </a:r>
          </a:p>
        </p:txBody>
      </p:sp>
      <p:sp>
        <p:nvSpPr>
          <p:cNvPr id="13" name="Footer Placeholder 4">
            <a:extLst>
              <a:ext uri="{FF2B5EF4-FFF2-40B4-BE49-F238E27FC236}">
                <a16:creationId xmlns:a16="http://schemas.microsoft.com/office/drawing/2014/main" id="{9BCFB5F5-AD25-4F9C-8AE7-E0E891F1AFF9}"/>
              </a:ext>
            </a:extLst>
          </p:cNvPr>
          <p:cNvSpPr>
            <a:spLocks noGrp="1"/>
          </p:cNvSpPr>
          <p:nvPr>
            <p:ph type="ftr" sz="quarter" idx="11"/>
          </p:nvPr>
        </p:nvSpPr>
        <p:spPr>
          <a:xfrm>
            <a:off x="201168" y="6356350"/>
            <a:ext cx="4837176" cy="365125"/>
          </a:xfrm>
        </p:spPr>
        <p:txBody>
          <a:bodyPr/>
          <a:lstStyle>
            <a:lvl1pPr>
              <a:defRPr>
                <a:solidFill>
                  <a:schemeClr val="bg1"/>
                </a:solidFill>
              </a:defRPr>
            </a:lvl1pPr>
          </a:lstStyle>
          <a:p>
            <a:endParaRPr lang="en-US" dirty="0"/>
          </a:p>
        </p:txBody>
      </p:sp>
      <p:sp>
        <p:nvSpPr>
          <p:cNvPr id="23" name="Picture Placeholder 20">
            <a:extLst>
              <a:ext uri="{FF2B5EF4-FFF2-40B4-BE49-F238E27FC236}">
                <a16:creationId xmlns:a16="http://schemas.microsoft.com/office/drawing/2014/main" id="{919568B3-FE67-4E6E-BA92-FEF29CBFE1B4}"/>
              </a:ext>
            </a:extLst>
          </p:cNvPr>
          <p:cNvSpPr>
            <a:spLocks noGrp="1"/>
          </p:cNvSpPr>
          <p:nvPr>
            <p:ph type="pic" sz="quarter" idx="14" hasCustomPrompt="1"/>
          </p:nvPr>
        </p:nvSpPr>
        <p:spPr>
          <a:xfrm>
            <a:off x="9144000" y="4532313"/>
            <a:ext cx="3048000" cy="2325687"/>
          </a:xfrm>
        </p:spPr>
        <p:txBody>
          <a:bodyPr/>
          <a:lstStyle>
            <a:lvl1pPr marL="0" indent="0" algn="ctr">
              <a:buNone/>
              <a:defRPr/>
            </a:lvl1pPr>
          </a:lstStyle>
          <a:p>
            <a:r>
              <a:rPr lang="en-US" dirty="0"/>
              <a:t>Click to add photo</a:t>
            </a:r>
          </a:p>
        </p:txBody>
      </p:sp>
      <p:sp>
        <p:nvSpPr>
          <p:cNvPr id="15" name="Date Placeholder 3">
            <a:extLst>
              <a:ext uri="{FF2B5EF4-FFF2-40B4-BE49-F238E27FC236}">
                <a16:creationId xmlns:a16="http://schemas.microsoft.com/office/drawing/2014/main" id="{D87D4A75-1737-4D5B-A386-9FE32DFB5E51}"/>
              </a:ext>
            </a:extLst>
          </p:cNvPr>
          <p:cNvSpPr>
            <a:spLocks noGrp="1"/>
          </p:cNvSpPr>
          <p:nvPr>
            <p:ph type="dt" sz="half" idx="10"/>
          </p:nvPr>
        </p:nvSpPr>
        <p:spPr>
          <a:xfrm>
            <a:off x="7013448" y="6355080"/>
            <a:ext cx="4352544" cy="365125"/>
          </a:xfrm>
        </p:spPr>
        <p:txBody>
          <a:bodyPr/>
          <a:lstStyle>
            <a:lvl1pPr>
              <a:defRPr>
                <a:solidFill>
                  <a:schemeClr val="bg1"/>
                </a:solidFill>
                <a:effectLst>
                  <a:outerShdw blurRad="38100" dist="38100" dir="2700000" algn="tl">
                    <a:srgbClr val="000000">
                      <a:alpha val="43137"/>
                    </a:srgbClr>
                  </a:outerShdw>
                </a:effectLst>
              </a:defRPr>
            </a:lvl1pPr>
          </a:lstStyle>
          <a:p>
            <a:endParaRPr lang="en-US" dirty="0"/>
          </a:p>
        </p:txBody>
      </p:sp>
      <p:sp>
        <p:nvSpPr>
          <p:cNvPr id="16" name="Slide Number Placeholder 5">
            <a:extLst>
              <a:ext uri="{FF2B5EF4-FFF2-40B4-BE49-F238E27FC236}">
                <a16:creationId xmlns:a16="http://schemas.microsoft.com/office/drawing/2014/main" id="{EB52AA41-FD0C-42C6-BD04-9E5B55A48989}"/>
              </a:ext>
            </a:extLst>
          </p:cNvPr>
          <p:cNvSpPr>
            <a:spLocks noGrp="1"/>
          </p:cNvSpPr>
          <p:nvPr>
            <p:ph type="sldNum" sz="quarter" idx="12"/>
          </p:nvPr>
        </p:nvSpPr>
        <p:spPr>
          <a:xfrm>
            <a:off x="11365992" y="6356350"/>
            <a:ext cx="630936" cy="365125"/>
          </a:xfrm>
        </p:spPr>
        <p:txBody>
          <a:bodyPr/>
          <a:lstStyle>
            <a:lvl1pPr>
              <a:defRPr>
                <a:solidFill>
                  <a:schemeClr val="bg1"/>
                </a:solidFill>
                <a:effectLst>
                  <a:outerShdw blurRad="38100" dist="38100" dir="2700000" algn="tl">
                    <a:srgbClr val="000000">
                      <a:alpha val="43137"/>
                    </a:srgbClr>
                  </a:outerShdw>
                </a:effectLst>
              </a:defRPr>
            </a:lvl1pPr>
          </a:lstStyle>
          <a:p>
            <a:fld id="{244D815C-8BF3-4ECF-A945-A2A7C2983AF9}" type="slidenum">
              <a:rPr lang="en-US" smtClean="0"/>
              <a:pPr/>
              <a:t>‹#›</a:t>
            </a:fld>
            <a:endParaRPr lang="en-US" dirty="0"/>
          </a:p>
        </p:txBody>
      </p:sp>
    </p:spTree>
    <p:extLst>
      <p:ext uri="{BB962C8B-B14F-4D97-AF65-F5344CB8AC3E}">
        <p14:creationId xmlns:p14="http://schemas.microsoft.com/office/powerpoint/2010/main" val="213467693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3E30A8-0D9C-47BB-8249-8A2EEEFC72DD}"/>
              </a:ext>
            </a:extLst>
          </p:cNvPr>
          <p:cNvSpPr>
            <a:spLocks noGrp="1"/>
          </p:cNvSpPr>
          <p:nvPr>
            <p:ph type="title"/>
          </p:nvPr>
        </p:nvSpPr>
        <p:spPr>
          <a:xfrm>
            <a:off x="649224" y="365124"/>
            <a:ext cx="10552176" cy="149961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FE93687-61FE-460F-A66F-4DF17994F394}"/>
              </a:ext>
            </a:extLst>
          </p:cNvPr>
          <p:cNvSpPr>
            <a:spLocks noGrp="1"/>
          </p:cNvSpPr>
          <p:nvPr>
            <p:ph type="body" idx="1"/>
          </p:nvPr>
        </p:nvSpPr>
        <p:spPr>
          <a:xfrm>
            <a:off x="649224" y="1984248"/>
            <a:ext cx="10552176" cy="41970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AEE1FFB-7673-4E75-9B5C-5572E2B0683B}"/>
              </a:ext>
            </a:extLst>
          </p:cNvPr>
          <p:cNvSpPr>
            <a:spLocks noGrp="1"/>
          </p:cNvSpPr>
          <p:nvPr>
            <p:ph type="dt" sz="half" idx="2"/>
          </p:nvPr>
        </p:nvSpPr>
        <p:spPr>
          <a:xfrm>
            <a:off x="7013448" y="6355080"/>
            <a:ext cx="4352544" cy="365125"/>
          </a:xfrm>
          <a:prstGeom prst="rect">
            <a:avLst/>
          </a:prstGeom>
        </p:spPr>
        <p:txBody>
          <a:bodyPr vert="horz" lIns="91440" tIns="45720" rIns="91440" bIns="45720" rtlCol="0" anchor="ctr"/>
          <a:lstStyle>
            <a:lvl1pPr algn="r">
              <a:defRPr sz="105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6C4B9AF-F93C-43E8-8E68-3B700825CE91}"/>
              </a:ext>
            </a:extLst>
          </p:cNvPr>
          <p:cNvSpPr>
            <a:spLocks noGrp="1"/>
          </p:cNvSpPr>
          <p:nvPr>
            <p:ph type="ftr" sz="quarter" idx="3"/>
          </p:nvPr>
        </p:nvSpPr>
        <p:spPr>
          <a:xfrm>
            <a:off x="201168" y="6356350"/>
            <a:ext cx="4837176" cy="365125"/>
          </a:xfrm>
          <a:prstGeom prst="rect">
            <a:avLst/>
          </a:prstGeom>
        </p:spPr>
        <p:txBody>
          <a:bodyPr vert="horz" lIns="91440" tIns="45720" rIns="91440" bIns="45720" rtlCol="0" anchor="ctr"/>
          <a:lstStyle>
            <a:lvl1pPr algn="l">
              <a:defRPr sz="1050">
                <a:solidFill>
                  <a:schemeClr val="tx1"/>
                </a:solidFill>
              </a:defRPr>
            </a:lvl1pPr>
          </a:lstStyle>
          <a:p>
            <a:endParaRPr lang="en-US" sz="1050" dirty="0"/>
          </a:p>
        </p:txBody>
      </p:sp>
      <p:sp>
        <p:nvSpPr>
          <p:cNvPr id="6" name="Slide Number Placeholder 5">
            <a:extLst>
              <a:ext uri="{FF2B5EF4-FFF2-40B4-BE49-F238E27FC236}">
                <a16:creationId xmlns:a16="http://schemas.microsoft.com/office/drawing/2014/main" id="{9CD739F7-0AE5-4677-8957-9961D67C18E5}"/>
              </a:ext>
            </a:extLst>
          </p:cNvPr>
          <p:cNvSpPr>
            <a:spLocks noGrp="1"/>
          </p:cNvSpPr>
          <p:nvPr>
            <p:ph type="sldNum" sz="quarter" idx="4"/>
          </p:nvPr>
        </p:nvSpPr>
        <p:spPr>
          <a:xfrm>
            <a:off x="11365992" y="6356350"/>
            <a:ext cx="630936" cy="365125"/>
          </a:xfrm>
          <a:prstGeom prst="rect">
            <a:avLst/>
          </a:prstGeom>
        </p:spPr>
        <p:txBody>
          <a:bodyPr vert="horz" lIns="91440" tIns="45720" rIns="91440" bIns="45720" rtlCol="0" anchor="ctr"/>
          <a:lstStyle>
            <a:lvl1pPr algn="r">
              <a:defRPr sz="1050">
                <a:solidFill>
                  <a:schemeClr val="tx1"/>
                </a:solidFill>
              </a:defRPr>
            </a:lvl1pPr>
          </a:lstStyle>
          <a:p>
            <a:fld id="{0D4885A8-DDA8-4FCF-AB25-DA8F78EC7557}" type="slidenum">
              <a:rPr lang="en-US" smtClean="0"/>
              <a:pPr/>
              <a:t>‹#›</a:t>
            </a:fld>
            <a:endParaRPr lang="en-US" dirty="0"/>
          </a:p>
        </p:txBody>
      </p:sp>
    </p:spTree>
    <p:extLst>
      <p:ext uri="{BB962C8B-B14F-4D97-AF65-F5344CB8AC3E}">
        <p14:creationId xmlns:p14="http://schemas.microsoft.com/office/powerpoint/2010/main" val="3899840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85" r:id="rId12"/>
  </p:sldLayoutIdLst>
  <p:transition spd="slow">
    <p:push dir="u"/>
  </p:transition>
  <p:hf sldNum="0" hdr="0"/>
  <p:txStyles>
    <p:titleStyle>
      <a:lvl1pPr algn="l" defTabSz="914400" rtl="0" eaLnBrk="1" latinLnBrk="0" hangingPunct="1">
        <a:lnSpc>
          <a:spcPct val="90000"/>
        </a:lnSpc>
        <a:spcBef>
          <a:spcPct val="0"/>
        </a:spcBef>
        <a:buNone/>
        <a:defRPr sz="4800" b="1" kern="1200" spc="-40" baseline="0">
          <a:solidFill>
            <a:schemeClr val="accent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spc="-20" baseline="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D150CF-F888-48EA-89E8-311ED5E9161B}"/>
              </a:ext>
            </a:extLst>
          </p:cNvPr>
          <p:cNvSpPr>
            <a:spLocks noGrp="1"/>
          </p:cNvSpPr>
          <p:nvPr>
            <p:ph type="ctrTitle"/>
          </p:nvPr>
        </p:nvSpPr>
        <p:spPr>
          <a:xfrm>
            <a:off x="649044" y="753034"/>
            <a:ext cx="6815446" cy="3887390"/>
          </a:xfrm>
        </p:spPr>
        <p:txBody>
          <a:bodyPr>
            <a:noAutofit/>
          </a:bodyPr>
          <a:lstStyle/>
          <a:p>
            <a:r>
              <a:rPr lang="en-US" sz="6600" dirty="0"/>
              <a:t>4 BIT ARITHMATIC &amp; LOGIC SHIFT UNIT</a:t>
            </a:r>
          </a:p>
        </p:txBody>
      </p:sp>
      <p:sp>
        <p:nvSpPr>
          <p:cNvPr id="8" name="Subtitle 7">
            <a:extLst>
              <a:ext uri="{FF2B5EF4-FFF2-40B4-BE49-F238E27FC236}">
                <a16:creationId xmlns:a16="http://schemas.microsoft.com/office/drawing/2014/main" id="{6BBE0348-1527-4055-BA8A-E2754222743D}"/>
              </a:ext>
            </a:extLst>
          </p:cNvPr>
          <p:cNvSpPr>
            <a:spLocks noGrp="1"/>
          </p:cNvSpPr>
          <p:nvPr>
            <p:ph type="subTitle" idx="1"/>
          </p:nvPr>
        </p:nvSpPr>
        <p:spPr>
          <a:xfrm>
            <a:off x="649044" y="5219544"/>
            <a:ext cx="6437555" cy="1303176"/>
          </a:xfrm>
        </p:spPr>
        <p:txBody>
          <a:bodyPr>
            <a:normAutofit/>
          </a:bodyPr>
          <a:lstStyle/>
          <a:p>
            <a:r>
              <a:rPr lang="en-US"/>
              <a:t>Harshil Patel</a:t>
            </a:r>
            <a:endParaRPr lang="en-US" dirty="0"/>
          </a:p>
        </p:txBody>
      </p:sp>
      <p:pic>
        <p:nvPicPr>
          <p:cNvPr id="4" name="Picture Placeholder 3">
            <a:extLst>
              <a:ext uri="{FF2B5EF4-FFF2-40B4-BE49-F238E27FC236}">
                <a16:creationId xmlns:a16="http://schemas.microsoft.com/office/drawing/2014/main" id="{BE79D2CC-BFAA-B3DA-84A6-47B500E23658}"/>
              </a:ext>
            </a:extLst>
          </p:cNvPr>
          <p:cNvPicPr>
            <a:picLocks noGrp="1" noChangeAspect="1"/>
          </p:cNvPicPr>
          <p:nvPr>
            <p:ph type="pic" sz="quarter" idx="13"/>
          </p:nvPr>
        </p:nvPicPr>
        <p:blipFill>
          <a:blip r:embed="rId2"/>
          <a:srcRect l="13713" r="13713"/>
          <a:stretch/>
        </p:blipFill>
        <p:spPr/>
      </p:pic>
    </p:spTree>
    <p:extLst>
      <p:ext uri="{BB962C8B-B14F-4D97-AF65-F5344CB8AC3E}">
        <p14:creationId xmlns:p14="http://schemas.microsoft.com/office/powerpoint/2010/main" val="2720718388"/>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F0DE-0001-75CE-10F8-08868B628EEE}"/>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138F165B-983E-7C5C-C0FB-565B35D8CAEF}"/>
              </a:ext>
            </a:extLst>
          </p:cNvPr>
          <p:cNvSpPr>
            <a:spLocks noGrp="1"/>
          </p:cNvSpPr>
          <p:nvPr>
            <p:ph type="title"/>
          </p:nvPr>
        </p:nvSpPr>
        <p:spPr>
          <a:xfrm>
            <a:off x="826009" y="199372"/>
            <a:ext cx="10036292" cy="773776"/>
          </a:xfrm>
        </p:spPr>
        <p:txBody>
          <a:bodyPr>
            <a:normAutofit fontScale="90000"/>
          </a:bodyPr>
          <a:lstStyle/>
          <a:p>
            <a:pPr algn="l" fontAlgn="base"/>
            <a:r>
              <a:rPr lang="en-IN" b="1" i="0" dirty="0">
                <a:solidFill>
                  <a:srgbClr val="FFFFFF"/>
                </a:solidFill>
                <a:effectLst/>
                <a:latin typeface="+mn-lt"/>
              </a:rPr>
              <a:t>What is ALU ?</a:t>
            </a:r>
          </a:p>
        </p:txBody>
      </p:sp>
      <p:sp>
        <p:nvSpPr>
          <p:cNvPr id="14" name="Text Placeholder 13">
            <a:extLst>
              <a:ext uri="{FF2B5EF4-FFF2-40B4-BE49-F238E27FC236}">
                <a16:creationId xmlns:a16="http://schemas.microsoft.com/office/drawing/2014/main" id="{9FA967FC-D2D5-F347-E092-D1886516A28A}"/>
              </a:ext>
            </a:extLst>
          </p:cNvPr>
          <p:cNvSpPr>
            <a:spLocks noGrp="1"/>
          </p:cNvSpPr>
          <p:nvPr>
            <p:ph type="body" sz="quarter" idx="14"/>
          </p:nvPr>
        </p:nvSpPr>
        <p:spPr>
          <a:xfrm flipV="1">
            <a:off x="1209243" y="1718420"/>
            <a:ext cx="45719" cy="45719"/>
          </a:xfrm>
        </p:spPr>
        <p:txBody>
          <a:bodyPr>
            <a:normAutofit fontScale="25000" lnSpcReduction="20000"/>
          </a:bodyPr>
          <a:lstStyle/>
          <a:p>
            <a:endParaRPr lang="en-US" dirty="0"/>
          </a:p>
        </p:txBody>
      </p:sp>
      <p:sp>
        <p:nvSpPr>
          <p:cNvPr id="13" name="Content Placeholder 12">
            <a:extLst>
              <a:ext uri="{FF2B5EF4-FFF2-40B4-BE49-F238E27FC236}">
                <a16:creationId xmlns:a16="http://schemas.microsoft.com/office/drawing/2014/main" id="{72C45370-E1D9-3F46-9CA1-D61CF4AADBB5}"/>
              </a:ext>
            </a:extLst>
          </p:cNvPr>
          <p:cNvSpPr>
            <a:spLocks noGrp="1"/>
          </p:cNvSpPr>
          <p:nvPr>
            <p:ph type="body" sz="quarter" idx="17"/>
          </p:nvPr>
        </p:nvSpPr>
        <p:spPr>
          <a:xfrm>
            <a:off x="645489" y="1366257"/>
            <a:ext cx="10976240" cy="4774854"/>
          </a:xfrm>
        </p:spPr>
        <p:txBody>
          <a:bodyPr>
            <a:normAutofit/>
          </a:bodyPr>
          <a:lstStyle/>
          <a:p>
            <a:pPr algn="just"/>
            <a:r>
              <a:rPr lang="en-US" dirty="0">
                <a:latin typeface="Google Sans"/>
                <a:cs typeface="Times New Roman" panose="02020603050405020304" pitchFamily="18" charset="0"/>
              </a:rPr>
              <a:t>In computing, an arithmetic logic unit (ALU) is a combinational digital circuit that performs arithmetic and bitwise operations on integer binary numbers. </a:t>
            </a:r>
          </a:p>
          <a:p>
            <a:pPr algn="just"/>
            <a:r>
              <a:rPr lang="en-US" dirty="0">
                <a:latin typeface="Google Sans"/>
                <a:cs typeface="Times New Roman" panose="02020603050405020304" pitchFamily="18" charset="0"/>
              </a:rPr>
              <a:t>It is a fundamental building block of many types of computing circuits, including the central processing unit (CPU) of computers, FPUs, and graphics processing units (GPUs). </a:t>
            </a:r>
          </a:p>
          <a:p>
            <a:pPr algn="just"/>
            <a:r>
              <a:rPr lang="en-US" dirty="0">
                <a:latin typeface="Google Sans"/>
                <a:cs typeface="Times New Roman" panose="02020603050405020304" pitchFamily="18" charset="0"/>
              </a:rPr>
              <a:t>The inputs to an ALU are the data to be operated on, called operands, and a code indicating the operation to be performed; the ALU's output is the result of the performed operation. </a:t>
            </a:r>
          </a:p>
          <a:p>
            <a:pPr algn="just"/>
            <a:r>
              <a:rPr lang="en-US" dirty="0">
                <a:latin typeface="Google Sans"/>
                <a:cs typeface="Times New Roman" panose="02020603050405020304" pitchFamily="18" charset="0"/>
              </a:rPr>
              <a:t>In many designs, the ALU also has status inputs or outputs, or both, which convey information about a previous operation or the current operation, respectively, between the ALU and external status registers.</a:t>
            </a:r>
          </a:p>
          <a:p>
            <a:pPr algn="just"/>
            <a:endParaRPr lang="en-US" b="1" i="0" dirty="0">
              <a:effectLst/>
              <a:latin typeface="Google Sans"/>
              <a:cs typeface="Times New Roman" panose="02020603050405020304" pitchFamily="18" charset="0"/>
            </a:endParaRPr>
          </a:p>
          <a:p>
            <a:pPr algn="just"/>
            <a:endParaRPr lang="en-US" b="1" i="0" dirty="0">
              <a:effectLst/>
              <a:latin typeface="Google Sans"/>
              <a:cs typeface="Times New Roman" panose="02020603050405020304" pitchFamily="18" charset="0"/>
            </a:endParaRPr>
          </a:p>
        </p:txBody>
      </p:sp>
      <p:sp>
        <p:nvSpPr>
          <p:cNvPr id="16" name="Text Placeholder 15">
            <a:extLst>
              <a:ext uri="{FF2B5EF4-FFF2-40B4-BE49-F238E27FC236}">
                <a16:creationId xmlns:a16="http://schemas.microsoft.com/office/drawing/2014/main" id="{DB81B0B8-7A7A-D5D6-83BA-51A103B6E85B}"/>
              </a:ext>
            </a:extLst>
          </p:cNvPr>
          <p:cNvSpPr>
            <a:spLocks noGrp="1"/>
          </p:cNvSpPr>
          <p:nvPr>
            <p:ph type="body" sz="quarter" idx="16"/>
          </p:nvPr>
        </p:nvSpPr>
        <p:spPr>
          <a:xfrm flipH="1" flipV="1">
            <a:off x="11014180" y="1576416"/>
            <a:ext cx="45719" cy="187615"/>
          </a:xfrm>
        </p:spPr>
        <p:txBody>
          <a:bodyPr>
            <a:normAutofit fontScale="25000" lnSpcReduction="20000"/>
          </a:bodyPr>
          <a:lstStyle/>
          <a:p>
            <a:endParaRPr lang="en-US" dirty="0"/>
          </a:p>
        </p:txBody>
      </p:sp>
      <p:sp>
        <p:nvSpPr>
          <p:cNvPr id="15" name="Content Placeholder 14">
            <a:extLst>
              <a:ext uri="{FF2B5EF4-FFF2-40B4-BE49-F238E27FC236}">
                <a16:creationId xmlns:a16="http://schemas.microsoft.com/office/drawing/2014/main" id="{99DF2B7C-BBD7-0410-F56D-65EA0E147BF8}"/>
              </a:ext>
            </a:extLst>
          </p:cNvPr>
          <p:cNvSpPr>
            <a:spLocks noGrp="1"/>
          </p:cNvSpPr>
          <p:nvPr>
            <p:ph type="body" sz="quarter" idx="18"/>
          </p:nvPr>
        </p:nvSpPr>
        <p:spPr>
          <a:xfrm flipH="1">
            <a:off x="11700587" y="5694680"/>
            <a:ext cx="47585" cy="45719"/>
          </a:xfrm>
        </p:spPr>
        <p:txBody>
          <a:bodyPr>
            <a:normAutofit fontScale="25000" lnSpcReduction="20000"/>
          </a:bodyPr>
          <a:lstStyle/>
          <a:p>
            <a:endParaRPr lang="en-US" dirty="0"/>
          </a:p>
        </p:txBody>
      </p:sp>
      <p:sp>
        <p:nvSpPr>
          <p:cNvPr id="7" name="Footer Placeholder 6">
            <a:extLst>
              <a:ext uri="{FF2B5EF4-FFF2-40B4-BE49-F238E27FC236}">
                <a16:creationId xmlns:a16="http://schemas.microsoft.com/office/drawing/2014/main" id="{D6E58F5D-2981-60E2-A2B3-EC5558127957}"/>
              </a:ext>
            </a:extLst>
          </p:cNvPr>
          <p:cNvSpPr>
            <a:spLocks noGrp="1"/>
          </p:cNvSpPr>
          <p:nvPr>
            <p:ph type="ftr" sz="quarter" idx="11"/>
          </p:nvPr>
        </p:nvSpPr>
        <p:spPr>
          <a:xfrm>
            <a:off x="201168" y="6356350"/>
            <a:ext cx="4837176" cy="365125"/>
          </a:xfrm>
        </p:spPr>
        <p:txBody>
          <a:bodyPr/>
          <a:lstStyle/>
          <a:p>
            <a:pPr lvl="0"/>
            <a:endParaRPr lang="en-US" noProof="0" dirty="0"/>
          </a:p>
        </p:txBody>
      </p:sp>
      <p:sp>
        <p:nvSpPr>
          <p:cNvPr id="6" name="Date Placeholder 5">
            <a:extLst>
              <a:ext uri="{FF2B5EF4-FFF2-40B4-BE49-F238E27FC236}">
                <a16:creationId xmlns:a16="http://schemas.microsoft.com/office/drawing/2014/main" id="{9809F77C-4286-2D12-3D99-8906CAD19C0D}"/>
              </a:ext>
            </a:extLst>
          </p:cNvPr>
          <p:cNvSpPr>
            <a:spLocks noGrp="1"/>
          </p:cNvSpPr>
          <p:nvPr>
            <p:ph type="dt" sz="half" idx="10"/>
          </p:nvPr>
        </p:nvSpPr>
        <p:spPr>
          <a:xfrm>
            <a:off x="7013448" y="6355080"/>
            <a:ext cx="4352544" cy="365125"/>
          </a:xfrm>
        </p:spPr>
        <p:txBody>
          <a:bodyPr/>
          <a:lstStyle/>
          <a:p>
            <a:pPr lvl="0"/>
            <a:endParaRPr lang="en-US" noProof="0" dirty="0"/>
          </a:p>
        </p:txBody>
      </p:sp>
      <p:graphicFrame>
        <p:nvGraphicFramePr>
          <p:cNvPr id="3" name="Table 2">
            <a:extLst>
              <a:ext uri="{FF2B5EF4-FFF2-40B4-BE49-F238E27FC236}">
                <a16:creationId xmlns:a16="http://schemas.microsoft.com/office/drawing/2014/main" id="{72405453-70D7-A256-6FB6-E1E32BCA90EE}"/>
              </a:ext>
            </a:extLst>
          </p:cNvPr>
          <p:cNvGraphicFramePr>
            <a:graphicFrameLocks noGrp="1"/>
          </p:cNvGraphicFramePr>
          <p:nvPr>
            <p:extLst>
              <p:ext uri="{D42A27DB-BD31-4B8C-83A1-F6EECF244321}">
                <p14:modId xmlns:p14="http://schemas.microsoft.com/office/powerpoint/2010/main" val="3727108949"/>
              </p:ext>
            </p:extLst>
          </p:nvPr>
        </p:nvGraphicFramePr>
        <p:xfrm>
          <a:off x="173457" y="5015219"/>
          <a:ext cx="2912334" cy="702320"/>
        </p:xfrm>
        <a:graphic>
          <a:graphicData uri="http://schemas.openxmlformats.org/drawingml/2006/table">
            <a:tbl>
              <a:tblPr firstRow="1" bandRow="1">
                <a:tableStyleId>{5C22544A-7EE6-4342-B048-85BDC9FD1C3A}</a:tableStyleId>
              </a:tblPr>
              <a:tblGrid>
                <a:gridCol w="2912334">
                  <a:extLst>
                    <a:ext uri="{9D8B030D-6E8A-4147-A177-3AD203B41FA5}">
                      <a16:colId xmlns:a16="http://schemas.microsoft.com/office/drawing/2014/main" val="239746158"/>
                    </a:ext>
                  </a:extLst>
                </a:gridCol>
              </a:tblGrid>
              <a:tr h="702320">
                <a:tc>
                  <a:txBody>
                    <a:bodyPr/>
                    <a:lstStyle/>
                    <a:p>
                      <a:pPr algn="ctr"/>
                      <a:r>
                        <a:rPr lang="en-IN" dirty="0"/>
                        <a:t>ARITHMETIC &amp; LOGIC SHIFT UNIT(ALU)</a:t>
                      </a:r>
                    </a:p>
                  </a:txBody>
                  <a:tcPr/>
                </a:tc>
                <a:extLst>
                  <a:ext uri="{0D108BD9-81ED-4DB2-BD59-A6C34878D82A}">
                    <a16:rowId xmlns:a16="http://schemas.microsoft.com/office/drawing/2014/main" val="3614144178"/>
                  </a:ext>
                </a:extLst>
              </a:tr>
            </a:tbl>
          </a:graphicData>
        </a:graphic>
      </p:graphicFrame>
      <p:graphicFrame>
        <p:nvGraphicFramePr>
          <p:cNvPr id="4" name="Table 3">
            <a:extLst>
              <a:ext uri="{FF2B5EF4-FFF2-40B4-BE49-F238E27FC236}">
                <a16:creationId xmlns:a16="http://schemas.microsoft.com/office/drawing/2014/main" id="{206C61A8-4A8A-3B66-D115-5F30CBB6FB01}"/>
              </a:ext>
            </a:extLst>
          </p:cNvPr>
          <p:cNvGraphicFramePr>
            <a:graphicFrameLocks noGrp="1"/>
          </p:cNvGraphicFramePr>
          <p:nvPr>
            <p:extLst>
              <p:ext uri="{D42A27DB-BD31-4B8C-83A1-F6EECF244321}">
                <p14:modId xmlns:p14="http://schemas.microsoft.com/office/powerpoint/2010/main" val="696956310"/>
              </p:ext>
            </p:extLst>
          </p:nvPr>
        </p:nvGraphicFramePr>
        <p:xfrm>
          <a:off x="9903232" y="5020289"/>
          <a:ext cx="1856006" cy="702320"/>
        </p:xfrm>
        <a:graphic>
          <a:graphicData uri="http://schemas.openxmlformats.org/drawingml/2006/table">
            <a:tbl>
              <a:tblPr firstRow="1" bandRow="1">
                <a:tableStyleId>{5C22544A-7EE6-4342-B048-85BDC9FD1C3A}</a:tableStyleId>
              </a:tblPr>
              <a:tblGrid>
                <a:gridCol w="1856006">
                  <a:extLst>
                    <a:ext uri="{9D8B030D-6E8A-4147-A177-3AD203B41FA5}">
                      <a16:colId xmlns:a16="http://schemas.microsoft.com/office/drawing/2014/main" val="3611295856"/>
                    </a:ext>
                  </a:extLst>
                </a:gridCol>
              </a:tblGrid>
              <a:tr h="702320">
                <a:tc>
                  <a:txBody>
                    <a:bodyPr/>
                    <a:lstStyle/>
                    <a:p>
                      <a:pPr algn="ctr"/>
                      <a:r>
                        <a:rPr lang="en-IN" dirty="0"/>
                        <a:t>SHIFT</a:t>
                      </a:r>
                    </a:p>
                    <a:p>
                      <a:pPr algn="ctr"/>
                      <a:r>
                        <a:rPr lang="en-IN" dirty="0"/>
                        <a:t>UNIT</a:t>
                      </a:r>
                    </a:p>
                  </a:txBody>
                  <a:tcPr/>
                </a:tc>
                <a:extLst>
                  <a:ext uri="{0D108BD9-81ED-4DB2-BD59-A6C34878D82A}">
                    <a16:rowId xmlns:a16="http://schemas.microsoft.com/office/drawing/2014/main" val="2851961450"/>
                  </a:ext>
                </a:extLst>
              </a:tr>
            </a:tbl>
          </a:graphicData>
        </a:graphic>
      </p:graphicFrame>
      <p:graphicFrame>
        <p:nvGraphicFramePr>
          <p:cNvPr id="5" name="Table 4">
            <a:extLst>
              <a:ext uri="{FF2B5EF4-FFF2-40B4-BE49-F238E27FC236}">
                <a16:creationId xmlns:a16="http://schemas.microsoft.com/office/drawing/2014/main" id="{586D3273-A297-C2FE-222A-61694B8494C6}"/>
              </a:ext>
            </a:extLst>
          </p:cNvPr>
          <p:cNvGraphicFramePr>
            <a:graphicFrameLocks noGrp="1"/>
          </p:cNvGraphicFramePr>
          <p:nvPr>
            <p:extLst>
              <p:ext uri="{D42A27DB-BD31-4B8C-83A1-F6EECF244321}">
                <p14:modId xmlns:p14="http://schemas.microsoft.com/office/powerpoint/2010/main" val="407324834"/>
              </p:ext>
            </p:extLst>
          </p:nvPr>
        </p:nvGraphicFramePr>
        <p:xfrm>
          <a:off x="6988226" y="5038079"/>
          <a:ext cx="1856006" cy="702320"/>
        </p:xfrm>
        <a:graphic>
          <a:graphicData uri="http://schemas.openxmlformats.org/drawingml/2006/table">
            <a:tbl>
              <a:tblPr firstRow="1" bandRow="1">
                <a:tableStyleId>{5C22544A-7EE6-4342-B048-85BDC9FD1C3A}</a:tableStyleId>
              </a:tblPr>
              <a:tblGrid>
                <a:gridCol w="1856006">
                  <a:extLst>
                    <a:ext uri="{9D8B030D-6E8A-4147-A177-3AD203B41FA5}">
                      <a16:colId xmlns:a16="http://schemas.microsoft.com/office/drawing/2014/main" val="4217032813"/>
                    </a:ext>
                  </a:extLst>
                </a:gridCol>
              </a:tblGrid>
              <a:tr h="702320">
                <a:tc>
                  <a:txBody>
                    <a:bodyPr/>
                    <a:lstStyle/>
                    <a:p>
                      <a:pPr algn="ctr"/>
                      <a:r>
                        <a:rPr lang="en-IN" dirty="0"/>
                        <a:t>LOGIC</a:t>
                      </a:r>
                    </a:p>
                    <a:p>
                      <a:pPr algn="ctr"/>
                      <a:r>
                        <a:rPr lang="en-IN" dirty="0"/>
                        <a:t>UNIT</a:t>
                      </a:r>
                    </a:p>
                  </a:txBody>
                  <a:tcPr/>
                </a:tc>
                <a:extLst>
                  <a:ext uri="{0D108BD9-81ED-4DB2-BD59-A6C34878D82A}">
                    <a16:rowId xmlns:a16="http://schemas.microsoft.com/office/drawing/2014/main" val="2241083706"/>
                  </a:ext>
                </a:extLst>
              </a:tr>
            </a:tbl>
          </a:graphicData>
        </a:graphic>
      </p:graphicFrame>
      <p:graphicFrame>
        <p:nvGraphicFramePr>
          <p:cNvPr id="8" name="Table 7">
            <a:extLst>
              <a:ext uri="{FF2B5EF4-FFF2-40B4-BE49-F238E27FC236}">
                <a16:creationId xmlns:a16="http://schemas.microsoft.com/office/drawing/2014/main" id="{F3D1A4D6-D679-FAB2-64E1-FDA42F7BF3EF}"/>
              </a:ext>
            </a:extLst>
          </p:cNvPr>
          <p:cNvGraphicFramePr>
            <a:graphicFrameLocks noGrp="1"/>
          </p:cNvGraphicFramePr>
          <p:nvPr>
            <p:extLst>
              <p:ext uri="{D42A27DB-BD31-4B8C-83A1-F6EECF244321}">
                <p14:modId xmlns:p14="http://schemas.microsoft.com/office/powerpoint/2010/main" val="233060011"/>
              </p:ext>
            </p:extLst>
          </p:nvPr>
        </p:nvGraphicFramePr>
        <p:xfrm>
          <a:off x="4110341" y="5001239"/>
          <a:ext cx="1856006" cy="702320"/>
        </p:xfrm>
        <a:graphic>
          <a:graphicData uri="http://schemas.openxmlformats.org/drawingml/2006/table">
            <a:tbl>
              <a:tblPr firstRow="1" bandRow="1">
                <a:tableStyleId>{5C22544A-7EE6-4342-B048-85BDC9FD1C3A}</a:tableStyleId>
              </a:tblPr>
              <a:tblGrid>
                <a:gridCol w="1856006">
                  <a:extLst>
                    <a:ext uri="{9D8B030D-6E8A-4147-A177-3AD203B41FA5}">
                      <a16:colId xmlns:a16="http://schemas.microsoft.com/office/drawing/2014/main" val="1860283140"/>
                    </a:ext>
                  </a:extLst>
                </a:gridCol>
              </a:tblGrid>
              <a:tr h="702320">
                <a:tc>
                  <a:txBody>
                    <a:bodyPr/>
                    <a:lstStyle/>
                    <a:p>
                      <a:pPr algn="ctr"/>
                      <a:r>
                        <a:rPr lang="en-IN" dirty="0"/>
                        <a:t>ARITHMETIC</a:t>
                      </a:r>
                    </a:p>
                    <a:p>
                      <a:pPr algn="ctr"/>
                      <a:r>
                        <a:rPr lang="en-IN" dirty="0"/>
                        <a:t>UNIT</a:t>
                      </a:r>
                    </a:p>
                  </a:txBody>
                  <a:tcPr/>
                </a:tc>
                <a:extLst>
                  <a:ext uri="{0D108BD9-81ED-4DB2-BD59-A6C34878D82A}">
                    <a16:rowId xmlns:a16="http://schemas.microsoft.com/office/drawing/2014/main" val="3365725092"/>
                  </a:ext>
                </a:extLst>
              </a:tr>
            </a:tbl>
          </a:graphicData>
        </a:graphic>
      </p:graphicFrame>
      <p:sp>
        <p:nvSpPr>
          <p:cNvPr id="9" name="Plus Sign 8">
            <a:extLst>
              <a:ext uri="{FF2B5EF4-FFF2-40B4-BE49-F238E27FC236}">
                <a16:creationId xmlns:a16="http://schemas.microsoft.com/office/drawing/2014/main" id="{30CABCF6-B827-F240-2F4C-7ACAAE5B1140}"/>
              </a:ext>
            </a:extLst>
          </p:cNvPr>
          <p:cNvSpPr/>
          <p:nvPr/>
        </p:nvSpPr>
        <p:spPr>
          <a:xfrm>
            <a:off x="6476602" y="5227582"/>
            <a:ext cx="246523" cy="249634"/>
          </a:xfrm>
          <a:prstGeom prst="mathPlus">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0" name="Plus Sign 9">
            <a:extLst>
              <a:ext uri="{FF2B5EF4-FFF2-40B4-BE49-F238E27FC236}">
                <a16:creationId xmlns:a16="http://schemas.microsoft.com/office/drawing/2014/main" id="{1D282B78-D196-F799-8FB8-F2C6FD4B3D2D}"/>
              </a:ext>
            </a:extLst>
          </p:cNvPr>
          <p:cNvSpPr/>
          <p:nvPr/>
        </p:nvSpPr>
        <p:spPr>
          <a:xfrm>
            <a:off x="9250470" y="5205675"/>
            <a:ext cx="246523" cy="249634"/>
          </a:xfrm>
          <a:prstGeom prst="mathPlus">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1" name="Equals 10">
            <a:extLst>
              <a:ext uri="{FF2B5EF4-FFF2-40B4-BE49-F238E27FC236}">
                <a16:creationId xmlns:a16="http://schemas.microsoft.com/office/drawing/2014/main" id="{B37DC1A9-53CF-B651-5FEA-0AD7CBDC8690}"/>
              </a:ext>
            </a:extLst>
          </p:cNvPr>
          <p:cNvSpPr/>
          <p:nvPr/>
        </p:nvSpPr>
        <p:spPr>
          <a:xfrm>
            <a:off x="3487838" y="5330492"/>
            <a:ext cx="306029" cy="249634"/>
          </a:xfrm>
          <a:prstGeom prst="mathEqual">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63659748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F0DE-0001-75CE-10F8-08868B628EEE}"/>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138F165B-983E-7C5C-C0FB-565B35D8CAEF}"/>
              </a:ext>
            </a:extLst>
          </p:cNvPr>
          <p:cNvSpPr>
            <a:spLocks noGrp="1"/>
          </p:cNvSpPr>
          <p:nvPr>
            <p:ph type="title"/>
          </p:nvPr>
        </p:nvSpPr>
        <p:spPr>
          <a:xfrm>
            <a:off x="826009" y="199372"/>
            <a:ext cx="10036292" cy="773776"/>
          </a:xfrm>
        </p:spPr>
        <p:txBody>
          <a:bodyPr>
            <a:normAutofit fontScale="90000"/>
          </a:bodyPr>
          <a:lstStyle/>
          <a:p>
            <a:pPr algn="l" fontAlgn="base"/>
            <a:r>
              <a:rPr lang="en-IN" b="1" i="0" dirty="0">
                <a:solidFill>
                  <a:srgbClr val="FFFFFF"/>
                </a:solidFill>
                <a:effectLst/>
                <a:latin typeface="+mn-lt"/>
              </a:rPr>
              <a:t>ARITHMETIC MICRO OPERATION</a:t>
            </a:r>
          </a:p>
        </p:txBody>
      </p:sp>
      <p:sp>
        <p:nvSpPr>
          <p:cNvPr id="14" name="Text Placeholder 13">
            <a:extLst>
              <a:ext uri="{FF2B5EF4-FFF2-40B4-BE49-F238E27FC236}">
                <a16:creationId xmlns:a16="http://schemas.microsoft.com/office/drawing/2014/main" id="{9FA967FC-D2D5-F347-E092-D1886516A28A}"/>
              </a:ext>
            </a:extLst>
          </p:cNvPr>
          <p:cNvSpPr>
            <a:spLocks noGrp="1"/>
          </p:cNvSpPr>
          <p:nvPr>
            <p:ph type="body" sz="quarter" idx="14"/>
          </p:nvPr>
        </p:nvSpPr>
        <p:spPr>
          <a:xfrm flipV="1">
            <a:off x="1209243" y="1718420"/>
            <a:ext cx="45719" cy="45719"/>
          </a:xfrm>
        </p:spPr>
        <p:txBody>
          <a:bodyPr>
            <a:normAutofit fontScale="25000" lnSpcReduction="20000"/>
          </a:bodyPr>
          <a:lstStyle/>
          <a:p>
            <a:endParaRPr lang="en-US" dirty="0"/>
          </a:p>
        </p:txBody>
      </p:sp>
      <p:sp>
        <p:nvSpPr>
          <p:cNvPr id="13" name="Content Placeholder 12">
            <a:extLst>
              <a:ext uri="{FF2B5EF4-FFF2-40B4-BE49-F238E27FC236}">
                <a16:creationId xmlns:a16="http://schemas.microsoft.com/office/drawing/2014/main" id="{72C45370-E1D9-3F46-9CA1-D61CF4AADBB5}"/>
              </a:ext>
            </a:extLst>
          </p:cNvPr>
          <p:cNvSpPr>
            <a:spLocks noGrp="1"/>
          </p:cNvSpPr>
          <p:nvPr>
            <p:ph type="body" sz="quarter" idx="17"/>
          </p:nvPr>
        </p:nvSpPr>
        <p:spPr>
          <a:xfrm>
            <a:off x="657576" y="1375080"/>
            <a:ext cx="10373157" cy="4774854"/>
          </a:xfrm>
        </p:spPr>
        <p:txBody>
          <a:bodyPr>
            <a:normAutofit/>
          </a:bodyPr>
          <a:lstStyle/>
          <a:p>
            <a:pPr marL="457200" indent="-457200">
              <a:buFont typeface="Arial" panose="020B0604020202020204" pitchFamily="34" charset="0"/>
              <a:buChar char="•"/>
            </a:pPr>
            <a:r>
              <a:rPr lang="en-US" sz="2400" b="0" i="0" dirty="0">
                <a:effectLst/>
                <a:latin typeface="Google Sans"/>
              </a:rPr>
              <a:t>Arithmetic micro-operations are basic operations that perform actions on numeric data stored in registers. </a:t>
            </a:r>
          </a:p>
          <a:p>
            <a:endParaRPr lang="en-US" sz="2400" b="0" i="0" dirty="0">
              <a:effectLst/>
              <a:latin typeface="Google Sans"/>
            </a:endParaRPr>
          </a:p>
          <a:p>
            <a:pPr marL="457200" indent="-457200">
              <a:buFont typeface="Arial" panose="020B0604020202020204" pitchFamily="34" charset="0"/>
              <a:buChar char="•"/>
            </a:pPr>
            <a:r>
              <a:rPr lang="en-US" sz="2400" b="0" i="0" dirty="0">
                <a:effectLst/>
                <a:latin typeface="Google Sans"/>
              </a:rPr>
              <a:t>The six basic arithmetic micro-operations are: </a:t>
            </a:r>
          </a:p>
          <a:p>
            <a:pPr marL="4171950" lvl="8" indent="-514350">
              <a:buFont typeface="+mj-lt"/>
              <a:buAutoNum type="arabicPeriod"/>
            </a:pPr>
            <a:r>
              <a:rPr lang="en-US" sz="2400" b="0" i="0" dirty="0">
                <a:effectLst/>
                <a:latin typeface="Google Sans"/>
              </a:rPr>
              <a:t>Add</a:t>
            </a:r>
          </a:p>
          <a:p>
            <a:pPr marL="4171950" lvl="8" indent="-514350">
              <a:buFont typeface="+mj-lt"/>
              <a:buAutoNum type="arabicPeriod"/>
            </a:pPr>
            <a:r>
              <a:rPr lang="en-US" sz="2400" b="0" i="0" dirty="0">
                <a:effectLst/>
                <a:latin typeface="Google Sans"/>
              </a:rPr>
              <a:t>Subtract</a:t>
            </a:r>
          </a:p>
          <a:p>
            <a:pPr marL="4171950" lvl="8" indent="-514350">
              <a:buFont typeface="+mj-lt"/>
              <a:buAutoNum type="arabicPeriod"/>
            </a:pPr>
            <a:r>
              <a:rPr lang="en-US" sz="2400" dirty="0">
                <a:latin typeface="Google Sans"/>
              </a:rPr>
              <a:t>Compliment</a:t>
            </a:r>
            <a:endParaRPr lang="en-US" sz="2400" b="0" i="0" dirty="0">
              <a:effectLst/>
              <a:latin typeface="Google Sans"/>
            </a:endParaRPr>
          </a:p>
          <a:p>
            <a:pPr marL="4171950" lvl="8" indent="-514350">
              <a:buFont typeface="+mj-lt"/>
              <a:buAutoNum type="arabicPeriod"/>
            </a:pPr>
            <a:r>
              <a:rPr lang="en-US" sz="2400" b="0" i="0" dirty="0">
                <a:effectLst/>
                <a:latin typeface="Google Sans"/>
              </a:rPr>
              <a:t>Increment</a:t>
            </a:r>
          </a:p>
          <a:p>
            <a:pPr marL="4171950" lvl="8" indent="-514350">
              <a:buFont typeface="+mj-lt"/>
              <a:buAutoNum type="arabicPeriod"/>
            </a:pPr>
            <a:r>
              <a:rPr lang="en-US" sz="2400" dirty="0">
                <a:latin typeface="Google Sans"/>
              </a:rPr>
              <a:t>Decrement</a:t>
            </a:r>
          </a:p>
          <a:p>
            <a:pPr marL="4171950" lvl="8" indent="-514350">
              <a:buFont typeface="+mj-lt"/>
              <a:buAutoNum type="arabicPeriod"/>
            </a:pPr>
            <a:r>
              <a:rPr lang="en-US" sz="2400" b="0" i="0" dirty="0">
                <a:effectLst/>
                <a:latin typeface="Google Sans"/>
              </a:rPr>
              <a:t>1's complement</a:t>
            </a:r>
            <a:endParaRPr lang="en-US" sz="2400" dirty="0">
              <a:latin typeface="Google Sans"/>
            </a:endParaRPr>
          </a:p>
        </p:txBody>
      </p:sp>
      <p:sp>
        <p:nvSpPr>
          <p:cNvPr id="16" name="Text Placeholder 15">
            <a:extLst>
              <a:ext uri="{FF2B5EF4-FFF2-40B4-BE49-F238E27FC236}">
                <a16:creationId xmlns:a16="http://schemas.microsoft.com/office/drawing/2014/main" id="{DB81B0B8-7A7A-D5D6-83BA-51A103B6E85B}"/>
              </a:ext>
            </a:extLst>
          </p:cNvPr>
          <p:cNvSpPr>
            <a:spLocks noGrp="1"/>
          </p:cNvSpPr>
          <p:nvPr>
            <p:ph type="body" sz="quarter" idx="16"/>
          </p:nvPr>
        </p:nvSpPr>
        <p:spPr>
          <a:xfrm flipH="1" flipV="1">
            <a:off x="11014180" y="1576416"/>
            <a:ext cx="45719" cy="187615"/>
          </a:xfrm>
        </p:spPr>
        <p:txBody>
          <a:bodyPr>
            <a:normAutofit fontScale="25000" lnSpcReduction="20000"/>
          </a:bodyPr>
          <a:lstStyle/>
          <a:p>
            <a:endParaRPr lang="en-US" dirty="0"/>
          </a:p>
        </p:txBody>
      </p:sp>
      <p:sp>
        <p:nvSpPr>
          <p:cNvPr id="15" name="Content Placeholder 14">
            <a:extLst>
              <a:ext uri="{FF2B5EF4-FFF2-40B4-BE49-F238E27FC236}">
                <a16:creationId xmlns:a16="http://schemas.microsoft.com/office/drawing/2014/main" id="{99DF2B7C-BBD7-0410-F56D-65EA0E147BF8}"/>
              </a:ext>
            </a:extLst>
          </p:cNvPr>
          <p:cNvSpPr>
            <a:spLocks noGrp="1"/>
          </p:cNvSpPr>
          <p:nvPr>
            <p:ph type="body" sz="quarter" idx="18"/>
          </p:nvPr>
        </p:nvSpPr>
        <p:spPr>
          <a:xfrm flipH="1">
            <a:off x="11700587" y="5694680"/>
            <a:ext cx="47585" cy="45719"/>
          </a:xfrm>
        </p:spPr>
        <p:txBody>
          <a:bodyPr>
            <a:normAutofit fontScale="25000" lnSpcReduction="20000"/>
          </a:bodyPr>
          <a:lstStyle/>
          <a:p>
            <a:endParaRPr lang="en-US" dirty="0"/>
          </a:p>
        </p:txBody>
      </p:sp>
      <p:sp>
        <p:nvSpPr>
          <p:cNvPr id="7" name="Footer Placeholder 6">
            <a:extLst>
              <a:ext uri="{FF2B5EF4-FFF2-40B4-BE49-F238E27FC236}">
                <a16:creationId xmlns:a16="http://schemas.microsoft.com/office/drawing/2014/main" id="{D6E58F5D-2981-60E2-A2B3-EC5558127957}"/>
              </a:ext>
            </a:extLst>
          </p:cNvPr>
          <p:cNvSpPr>
            <a:spLocks noGrp="1"/>
          </p:cNvSpPr>
          <p:nvPr>
            <p:ph type="ftr" sz="quarter" idx="11"/>
          </p:nvPr>
        </p:nvSpPr>
        <p:spPr>
          <a:xfrm>
            <a:off x="201168" y="6356350"/>
            <a:ext cx="4837176" cy="365125"/>
          </a:xfrm>
        </p:spPr>
        <p:txBody>
          <a:bodyPr/>
          <a:lstStyle/>
          <a:p>
            <a:pPr lvl="0"/>
            <a:endParaRPr lang="en-US" noProof="0" dirty="0"/>
          </a:p>
        </p:txBody>
      </p:sp>
      <p:sp>
        <p:nvSpPr>
          <p:cNvPr id="6" name="Date Placeholder 5">
            <a:extLst>
              <a:ext uri="{FF2B5EF4-FFF2-40B4-BE49-F238E27FC236}">
                <a16:creationId xmlns:a16="http://schemas.microsoft.com/office/drawing/2014/main" id="{9809F77C-4286-2D12-3D99-8906CAD19C0D}"/>
              </a:ext>
            </a:extLst>
          </p:cNvPr>
          <p:cNvSpPr>
            <a:spLocks noGrp="1"/>
          </p:cNvSpPr>
          <p:nvPr>
            <p:ph type="dt" sz="half" idx="10"/>
          </p:nvPr>
        </p:nvSpPr>
        <p:spPr>
          <a:xfrm>
            <a:off x="7013448" y="6355080"/>
            <a:ext cx="4352544" cy="365125"/>
          </a:xfrm>
        </p:spPr>
        <p:txBody>
          <a:bodyPr/>
          <a:lstStyle/>
          <a:p>
            <a:pPr lvl="0"/>
            <a:endParaRPr lang="en-US" noProof="0" dirty="0"/>
          </a:p>
        </p:txBody>
      </p:sp>
    </p:spTree>
    <p:extLst>
      <p:ext uri="{BB962C8B-B14F-4D97-AF65-F5344CB8AC3E}">
        <p14:creationId xmlns:p14="http://schemas.microsoft.com/office/powerpoint/2010/main" val="112469149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F0DE-0001-75CE-10F8-08868B628EEE}"/>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138F165B-983E-7C5C-C0FB-565B35D8CAEF}"/>
              </a:ext>
            </a:extLst>
          </p:cNvPr>
          <p:cNvSpPr>
            <a:spLocks noGrp="1"/>
          </p:cNvSpPr>
          <p:nvPr>
            <p:ph type="title"/>
          </p:nvPr>
        </p:nvSpPr>
        <p:spPr>
          <a:xfrm>
            <a:off x="826009" y="199372"/>
            <a:ext cx="10036292" cy="773776"/>
          </a:xfrm>
        </p:spPr>
        <p:txBody>
          <a:bodyPr>
            <a:normAutofit fontScale="90000"/>
          </a:bodyPr>
          <a:lstStyle/>
          <a:p>
            <a:pPr algn="l" fontAlgn="base"/>
            <a:r>
              <a:rPr lang="en-IN" b="1" i="0" dirty="0">
                <a:solidFill>
                  <a:srgbClr val="FFFFFF"/>
                </a:solidFill>
                <a:effectLst/>
                <a:latin typeface="+mn-lt"/>
              </a:rPr>
              <a:t>ARITHMETIC MICRO OPERATION</a:t>
            </a:r>
          </a:p>
        </p:txBody>
      </p:sp>
      <p:sp>
        <p:nvSpPr>
          <p:cNvPr id="14" name="Text Placeholder 13">
            <a:extLst>
              <a:ext uri="{FF2B5EF4-FFF2-40B4-BE49-F238E27FC236}">
                <a16:creationId xmlns:a16="http://schemas.microsoft.com/office/drawing/2014/main" id="{9FA967FC-D2D5-F347-E092-D1886516A28A}"/>
              </a:ext>
            </a:extLst>
          </p:cNvPr>
          <p:cNvSpPr>
            <a:spLocks noGrp="1"/>
          </p:cNvSpPr>
          <p:nvPr>
            <p:ph type="body" sz="quarter" idx="14"/>
          </p:nvPr>
        </p:nvSpPr>
        <p:spPr>
          <a:xfrm flipV="1">
            <a:off x="1209243" y="1718420"/>
            <a:ext cx="45719" cy="45719"/>
          </a:xfrm>
        </p:spPr>
        <p:txBody>
          <a:bodyPr>
            <a:normAutofit fontScale="25000" lnSpcReduction="20000"/>
          </a:bodyPr>
          <a:lstStyle/>
          <a:p>
            <a:endParaRPr lang="en-US" dirty="0"/>
          </a:p>
        </p:txBody>
      </p:sp>
      <p:sp>
        <p:nvSpPr>
          <p:cNvPr id="13" name="Content Placeholder 12">
            <a:extLst>
              <a:ext uri="{FF2B5EF4-FFF2-40B4-BE49-F238E27FC236}">
                <a16:creationId xmlns:a16="http://schemas.microsoft.com/office/drawing/2014/main" id="{72C45370-E1D9-3F46-9CA1-D61CF4AADBB5}"/>
              </a:ext>
            </a:extLst>
          </p:cNvPr>
          <p:cNvSpPr>
            <a:spLocks noGrp="1"/>
          </p:cNvSpPr>
          <p:nvPr>
            <p:ph type="body" sz="quarter" idx="17"/>
          </p:nvPr>
        </p:nvSpPr>
        <p:spPr>
          <a:xfrm>
            <a:off x="657576" y="1375080"/>
            <a:ext cx="10373157" cy="4774854"/>
          </a:xfrm>
        </p:spPr>
        <p:txBody>
          <a:bodyPr>
            <a:normAutofit/>
          </a:bodyPr>
          <a:lstStyle/>
          <a:p>
            <a:pPr marL="457200" indent="-457200">
              <a:buFont typeface="Arial" panose="020B0604020202020204" pitchFamily="34" charset="0"/>
              <a:buChar char="•"/>
            </a:pPr>
            <a:endParaRPr lang="en-US" sz="2400" dirty="0">
              <a:latin typeface="Google Sans"/>
            </a:endParaRPr>
          </a:p>
        </p:txBody>
      </p:sp>
      <p:sp>
        <p:nvSpPr>
          <p:cNvPr id="16" name="Text Placeholder 15">
            <a:extLst>
              <a:ext uri="{FF2B5EF4-FFF2-40B4-BE49-F238E27FC236}">
                <a16:creationId xmlns:a16="http://schemas.microsoft.com/office/drawing/2014/main" id="{DB81B0B8-7A7A-D5D6-83BA-51A103B6E85B}"/>
              </a:ext>
            </a:extLst>
          </p:cNvPr>
          <p:cNvSpPr>
            <a:spLocks noGrp="1"/>
          </p:cNvSpPr>
          <p:nvPr>
            <p:ph type="body" sz="quarter" idx="16"/>
          </p:nvPr>
        </p:nvSpPr>
        <p:spPr>
          <a:xfrm flipH="1" flipV="1">
            <a:off x="11014180" y="1576416"/>
            <a:ext cx="45719" cy="187615"/>
          </a:xfrm>
        </p:spPr>
        <p:txBody>
          <a:bodyPr>
            <a:normAutofit fontScale="25000" lnSpcReduction="20000"/>
          </a:bodyPr>
          <a:lstStyle/>
          <a:p>
            <a:endParaRPr lang="en-US" dirty="0"/>
          </a:p>
        </p:txBody>
      </p:sp>
      <p:sp>
        <p:nvSpPr>
          <p:cNvPr id="15" name="Content Placeholder 14">
            <a:extLst>
              <a:ext uri="{FF2B5EF4-FFF2-40B4-BE49-F238E27FC236}">
                <a16:creationId xmlns:a16="http://schemas.microsoft.com/office/drawing/2014/main" id="{99DF2B7C-BBD7-0410-F56D-65EA0E147BF8}"/>
              </a:ext>
            </a:extLst>
          </p:cNvPr>
          <p:cNvSpPr>
            <a:spLocks noGrp="1"/>
          </p:cNvSpPr>
          <p:nvPr>
            <p:ph type="body" sz="quarter" idx="18"/>
          </p:nvPr>
        </p:nvSpPr>
        <p:spPr>
          <a:xfrm flipH="1">
            <a:off x="11700587" y="5694680"/>
            <a:ext cx="47585" cy="45719"/>
          </a:xfrm>
        </p:spPr>
        <p:txBody>
          <a:bodyPr>
            <a:normAutofit fontScale="25000" lnSpcReduction="20000"/>
          </a:bodyPr>
          <a:lstStyle/>
          <a:p>
            <a:endParaRPr lang="en-US" dirty="0"/>
          </a:p>
        </p:txBody>
      </p:sp>
      <p:sp>
        <p:nvSpPr>
          <p:cNvPr id="7" name="Footer Placeholder 6">
            <a:extLst>
              <a:ext uri="{FF2B5EF4-FFF2-40B4-BE49-F238E27FC236}">
                <a16:creationId xmlns:a16="http://schemas.microsoft.com/office/drawing/2014/main" id="{D6E58F5D-2981-60E2-A2B3-EC5558127957}"/>
              </a:ext>
            </a:extLst>
          </p:cNvPr>
          <p:cNvSpPr>
            <a:spLocks noGrp="1"/>
          </p:cNvSpPr>
          <p:nvPr>
            <p:ph type="ftr" sz="quarter" idx="11"/>
          </p:nvPr>
        </p:nvSpPr>
        <p:spPr>
          <a:xfrm>
            <a:off x="201168" y="6356350"/>
            <a:ext cx="4837176" cy="365125"/>
          </a:xfrm>
        </p:spPr>
        <p:txBody>
          <a:bodyPr/>
          <a:lstStyle/>
          <a:p>
            <a:pPr lvl="0"/>
            <a:endParaRPr lang="en-US" noProof="0" dirty="0"/>
          </a:p>
        </p:txBody>
      </p:sp>
      <p:sp>
        <p:nvSpPr>
          <p:cNvPr id="6" name="Date Placeholder 5">
            <a:extLst>
              <a:ext uri="{FF2B5EF4-FFF2-40B4-BE49-F238E27FC236}">
                <a16:creationId xmlns:a16="http://schemas.microsoft.com/office/drawing/2014/main" id="{9809F77C-4286-2D12-3D99-8906CAD19C0D}"/>
              </a:ext>
            </a:extLst>
          </p:cNvPr>
          <p:cNvSpPr>
            <a:spLocks noGrp="1"/>
          </p:cNvSpPr>
          <p:nvPr>
            <p:ph type="dt" sz="half" idx="10"/>
          </p:nvPr>
        </p:nvSpPr>
        <p:spPr>
          <a:xfrm>
            <a:off x="7013448" y="6355080"/>
            <a:ext cx="4352544" cy="365125"/>
          </a:xfrm>
        </p:spPr>
        <p:txBody>
          <a:bodyPr/>
          <a:lstStyle/>
          <a:p>
            <a:pPr lvl="0"/>
            <a:endParaRPr lang="en-US" noProof="0"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CA89653-F7CB-8A02-81CE-396DB5CE6741}"/>
                  </a:ext>
                </a:extLst>
              </p:cNvPr>
              <p:cNvGraphicFramePr>
                <a:graphicFrameLocks noGrp="1"/>
              </p:cNvGraphicFramePr>
              <p:nvPr>
                <p:extLst>
                  <p:ext uri="{D42A27DB-BD31-4B8C-83A1-F6EECF244321}">
                    <p14:modId xmlns:p14="http://schemas.microsoft.com/office/powerpoint/2010/main" val="2116132533"/>
                  </p:ext>
                </p:extLst>
              </p:nvPr>
            </p:nvGraphicFramePr>
            <p:xfrm>
              <a:off x="826008" y="1171226"/>
              <a:ext cx="10756392" cy="5384548"/>
            </p:xfrm>
            <a:graphic>
              <a:graphicData uri="http://schemas.openxmlformats.org/drawingml/2006/table">
                <a:tbl>
                  <a:tblPr firstRow="1" bandRow="1">
                    <a:tableStyleId>{21E4AEA4-8DFA-4A89-87EB-49C32662AFE0}</a:tableStyleId>
                  </a:tblPr>
                  <a:tblGrid>
                    <a:gridCol w="5112675">
                      <a:extLst>
                        <a:ext uri="{9D8B030D-6E8A-4147-A177-3AD203B41FA5}">
                          <a16:colId xmlns:a16="http://schemas.microsoft.com/office/drawing/2014/main" val="166050752"/>
                        </a:ext>
                      </a:extLst>
                    </a:gridCol>
                    <a:gridCol w="5643717">
                      <a:extLst>
                        <a:ext uri="{9D8B030D-6E8A-4147-A177-3AD203B41FA5}">
                          <a16:colId xmlns:a16="http://schemas.microsoft.com/office/drawing/2014/main" val="428091505"/>
                        </a:ext>
                      </a:extLst>
                    </a:gridCol>
                  </a:tblGrid>
                  <a:tr h="427717">
                    <a:tc>
                      <a:txBody>
                        <a:bodyPr/>
                        <a:lstStyle/>
                        <a:p>
                          <a:r>
                            <a:rPr lang="en-US" b="0" i="0" dirty="0"/>
                            <a:t>SYMBOLIC NOTATION</a:t>
                          </a:r>
                          <a:endParaRPr lang="en-IN" b="0" i="0" dirty="0"/>
                        </a:p>
                      </a:txBody>
                      <a:tcPr/>
                    </a:tc>
                    <a:tc>
                      <a:txBody>
                        <a:bodyPr/>
                        <a:lstStyle/>
                        <a:p>
                          <a:r>
                            <a:rPr lang="en-US" b="0" i="0" dirty="0"/>
                            <a:t>DESCRIPTION</a:t>
                          </a:r>
                          <a:endParaRPr lang="en-IN" b="0" i="0" dirty="0"/>
                        </a:p>
                      </a:txBody>
                      <a:tcPr/>
                    </a:tc>
                    <a:extLst>
                      <a:ext uri="{0D108BD9-81ED-4DB2-BD59-A6C34878D82A}">
                        <a16:rowId xmlns:a16="http://schemas.microsoft.com/office/drawing/2014/main" val="2953837554"/>
                      </a:ext>
                    </a:extLst>
                  </a:tr>
                  <a:tr h="808561">
                    <a:tc>
                      <a:txBody>
                        <a:bodyPr/>
                        <a:lstStyle/>
                        <a:p>
                          <a:pPr algn="l"/>
                          <a14:m>
                            <m:oMathPara xmlns:m="http://schemas.openxmlformats.org/officeDocument/2006/math">
                              <m:oMathParaPr>
                                <m:jc m:val="left"/>
                              </m:oMathParaPr>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3←</m:t>
                                </m:r>
                                <m:r>
                                  <m:rPr>
                                    <m:sty m:val="p"/>
                                  </m:rPr>
                                  <a:rPr lang="en-US" sz="2000" b="0" i="0" smtClean="0">
                                    <a:latin typeface="Cambria Math" panose="02040503050406030204" pitchFamily="18" charset="0"/>
                                  </a:rPr>
                                  <m:t>R</m:t>
                                </m:r>
                                <m:r>
                                  <a:rPr lang="en-US" sz="2000" b="0" i="0" smtClean="0">
                                    <a:latin typeface="Cambria Math" panose="02040503050406030204" pitchFamily="18" charset="0"/>
                                  </a:rPr>
                                  <m:t>1+</m:t>
                                </m:r>
                                <m:r>
                                  <m:rPr>
                                    <m:sty m:val="p"/>
                                  </m:rPr>
                                  <a:rPr lang="en-US" sz="2000" b="0" i="0" smtClean="0">
                                    <a:latin typeface="Cambria Math" panose="02040503050406030204" pitchFamily="18" charset="0"/>
                                  </a:rPr>
                                  <m:t>R</m:t>
                                </m:r>
                                <m:r>
                                  <a:rPr lang="en-US" sz="2000" b="0" i="0" smtClean="0">
                                    <a:latin typeface="Cambria Math" panose="02040503050406030204" pitchFamily="18" charset="0"/>
                                  </a:rPr>
                                  <m:t>2</m:t>
                                </m:r>
                              </m:oMath>
                            </m:oMathPara>
                          </a14:m>
                          <a:endParaRPr lang="en-US" sz="2000" b="0" i="0" dirty="0"/>
                        </a:p>
                      </a:txBody>
                      <a:tcPr/>
                    </a:tc>
                    <a:tc>
                      <a:txBody>
                        <a:bodyPr/>
                        <a:lstStyle/>
                        <a:p>
                          <a:pPr algn="l"/>
                          <a:r>
                            <a:rPr lang="en-US" sz="2000" b="0" i="0" dirty="0"/>
                            <a:t>Contents of </a:t>
                          </a:r>
                          <a14:m>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1</m:t>
                              </m:r>
                            </m:oMath>
                          </a14:m>
                          <a:r>
                            <a:rPr lang="en-US" sz="2000" b="0" i="0" dirty="0"/>
                            <a:t> plus </a:t>
                          </a:r>
                          <a14:m>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2</m:t>
                              </m:r>
                            </m:oMath>
                          </a14:m>
                          <a:r>
                            <a:rPr lang="en-US" sz="2000" b="0" i="0" dirty="0"/>
                            <a:t> transferred to </a:t>
                          </a:r>
                          <a14:m>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3</m:t>
                              </m:r>
                            </m:oMath>
                          </a14:m>
                          <a:endParaRPr lang="en-US" sz="2000" b="0" i="0" dirty="0"/>
                        </a:p>
                      </a:txBody>
                      <a:tcPr/>
                    </a:tc>
                    <a:extLst>
                      <a:ext uri="{0D108BD9-81ED-4DB2-BD59-A6C34878D82A}">
                        <a16:rowId xmlns:a16="http://schemas.microsoft.com/office/drawing/2014/main" val="1793566518"/>
                      </a:ext>
                    </a:extLst>
                  </a:tr>
                  <a:tr h="808561">
                    <a:tc>
                      <a:txBody>
                        <a:bodyPr/>
                        <a:lstStyle/>
                        <a:p>
                          <a:pPr algn="l"/>
                          <a14:m>
                            <m:oMathPara xmlns:m="http://schemas.openxmlformats.org/officeDocument/2006/math">
                              <m:oMathParaPr>
                                <m:jc m:val="left"/>
                              </m:oMathParaPr>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3←</m:t>
                                </m:r>
                                <m:r>
                                  <m:rPr>
                                    <m:sty m:val="p"/>
                                  </m:rPr>
                                  <a:rPr lang="en-US" sz="2000" b="0" i="0" smtClean="0">
                                    <a:latin typeface="Cambria Math" panose="02040503050406030204" pitchFamily="18" charset="0"/>
                                  </a:rPr>
                                  <m:t>R</m:t>
                                </m:r>
                                <m:r>
                                  <a:rPr lang="en-US" sz="2000" b="0" i="0" smtClean="0">
                                    <a:latin typeface="Cambria Math" panose="02040503050406030204" pitchFamily="18" charset="0"/>
                                  </a:rPr>
                                  <m:t>1−</m:t>
                                </m:r>
                                <m:r>
                                  <m:rPr>
                                    <m:sty m:val="p"/>
                                  </m:rPr>
                                  <a:rPr lang="en-US" sz="2000" b="0" i="0" smtClean="0">
                                    <a:latin typeface="Cambria Math" panose="02040503050406030204" pitchFamily="18" charset="0"/>
                                  </a:rPr>
                                  <m:t>R</m:t>
                                </m:r>
                                <m:r>
                                  <a:rPr lang="en-US" sz="2000" b="0" i="0" smtClean="0">
                                    <a:latin typeface="Cambria Math" panose="02040503050406030204" pitchFamily="18" charset="0"/>
                                  </a:rPr>
                                  <m:t>2</m:t>
                                </m:r>
                              </m:oMath>
                            </m:oMathPara>
                          </a14:m>
                          <a:endParaRPr lang="en-US" sz="2000" b="0" i="0" dirty="0"/>
                        </a:p>
                      </a:txBody>
                      <a:tcPr/>
                    </a:tc>
                    <a:tc>
                      <a:txBody>
                        <a:bodyPr/>
                        <a:lstStyle/>
                        <a:p>
                          <a:pPr algn="l"/>
                          <a:r>
                            <a:rPr lang="en-US" sz="2000" b="0" i="0" dirty="0"/>
                            <a:t>Contents of </a:t>
                          </a:r>
                          <a14:m>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1</m:t>
                              </m:r>
                            </m:oMath>
                          </a14:m>
                          <a:r>
                            <a:rPr lang="en-US" sz="2000" b="0" i="0" dirty="0"/>
                            <a:t> minus </a:t>
                          </a:r>
                          <a14:m>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2</m:t>
                              </m:r>
                            </m:oMath>
                          </a14:m>
                          <a:r>
                            <a:rPr lang="en-US" sz="2000" b="0" i="0" dirty="0"/>
                            <a:t> transferred to </a:t>
                          </a:r>
                          <a14:m>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3</m:t>
                              </m:r>
                            </m:oMath>
                          </a14:m>
                          <a:endParaRPr lang="en-US" sz="2000" b="0" i="0" dirty="0"/>
                        </a:p>
                      </a:txBody>
                      <a:tcPr/>
                    </a:tc>
                    <a:extLst>
                      <a:ext uri="{0D108BD9-81ED-4DB2-BD59-A6C34878D82A}">
                        <a16:rowId xmlns:a16="http://schemas.microsoft.com/office/drawing/2014/main" val="1780561758"/>
                      </a:ext>
                    </a:extLst>
                  </a:tr>
                  <a:tr h="808561">
                    <a:tc>
                      <a:txBody>
                        <a:bodyPr/>
                        <a:lstStyle/>
                        <a:p>
                          <a:pPr algn="l"/>
                          <a14:m>
                            <m:oMathPara xmlns:m="http://schemas.openxmlformats.org/officeDocument/2006/math">
                              <m:oMathParaPr>
                                <m:jc m:val="left"/>
                              </m:oMathParaPr>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2←</m:t>
                                </m:r>
                                <m:acc>
                                  <m:accPr>
                                    <m:chr m:val="̅"/>
                                    <m:ctrlPr>
                                      <a:rPr lang="en-US" sz="2000" b="0" i="1" smtClean="0">
                                        <a:latin typeface="Cambria Math" panose="02040503050406030204" pitchFamily="18" charset="0"/>
                                      </a:rPr>
                                    </m:ctrlPr>
                                  </m:accPr>
                                  <m:e>
                                    <m:r>
                                      <m:rPr>
                                        <m:sty m:val="p"/>
                                      </m:rPr>
                                      <a:rPr lang="en-US" sz="2000" b="0" i="0" smtClean="0">
                                        <a:latin typeface="Cambria Math" panose="02040503050406030204" pitchFamily="18" charset="0"/>
                                      </a:rPr>
                                      <m:t>R</m:t>
                                    </m:r>
                                    <m:r>
                                      <a:rPr lang="en-US" sz="2000" b="0" i="0" smtClean="0">
                                        <a:latin typeface="Cambria Math" panose="02040503050406030204" pitchFamily="18" charset="0"/>
                                      </a:rPr>
                                      <m:t>2</m:t>
                                    </m:r>
                                  </m:e>
                                </m:acc>
                              </m:oMath>
                            </m:oMathPara>
                          </a14:m>
                          <a:endParaRPr lang="en-US" sz="2000" b="0" i="0" dirty="0"/>
                        </a:p>
                      </a:txBody>
                      <a:tcPr/>
                    </a:tc>
                    <a:tc>
                      <a:txBody>
                        <a:bodyPr/>
                        <a:lstStyle/>
                        <a:p>
                          <a:pPr algn="l"/>
                          <a:r>
                            <a:rPr lang="en-US" sz="2000" b="0" i="0" dirty="0"/>
                            <a:t>Complement the contents</a:t>
                          </a:r>
                          <a:r>
                            <a:rPr lang="en-US" sz="2000" b="0" i="0" baseline="0" dirty="0"/>
                            <a:t> of </a:t>
                          </a:r>
                          <a14:m>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2</m:t>
                              </m:r>
                            </m:oMath>
                          </a14:m>
                          <a:r>
                            <a:rPr lang="en-US" sz="2000" b="0" i="0" dirty="0"/>
                            <a:t> (1’s complement)</a:t>
                          </a:r>
                        </a:p>
                      </a:txBody>
                      <a:tcPr/>
                    </a:tc>
                    <a:extLst>
                      <a:ext uri="{0D108BD9-81ED-4DB2-BD59-A6C34878D82A}">
                        <a16:rowId xmlns:a16="http://schemas.microsoft.com/office/drawing/2014/main" val="623855883"/>
                      </a:ext>
                    </a:extLst>
                  </a:tr>
                  <a:tr h="808561">
                    <a:tc>
                      <a:txBody>
                        <a:bodyPr/>
                        <a:lstStyle/>
                        <a:p>
                          <a:pPr algn="l"/>
                          <a14:m>
                            <m:oMathPara xmlns:m="http://schemas.openxmlformats.org/officeDocument/2006/math">
                              <m:oMathParaPr>
                                <m:jc m:val="left"/>
                              </m:oMathParaPr>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2←</m:t>
                                </m:r>
                                <m:acc>
                                  <m:accPr>
                                    <m:chr m:val="̅"/>
                                    <m:ctrlPr>
                                      <a:rPr lang="en-US" sz="2000" b="0" i="1" smtClean="0">
                                        <a:latin typeface="Cambria Math" panose="02040503050406030204" pitchFamily="18" charset="0"/>
                                      </a:rPr>
                                    </m:ctrlPr>
                                  </m:accPr>
                                  <m:e>
                                    <m:r>
                                      <m:rPr>
                                        <m:sty m:val="p"/>
                                      </m:rPr>
                                      <a:rPr lang="en-US" sz="2000" b="0" i="0" smtClean="0">
                                        <a:latin typeface="Cambria Math" panose="02040503050406030204" pitchFamily="18" charset="0"/>
                                      </a:rPr>
                                      <m:t>R</m:t>
                                    </m:r>
                                    <m:r>
                                      <a:rPr lang="en-US" sz="2000" b="0" i="0" smtClean="0">
                                        <a:latin typeface="Cambria Math" panose="02040503050406030204" pitchFamily="18" charset="0"/>
                                      </a:rPr>
                                      <m:t>2</m:t>
                                    </m:r>
                                  </m:e>
                                </m:acc>
                                <m:r>
                                  <a:rPr lang="en-US" sz="2000" b="0" i="0" smtClean="0">
                                    <a:latin typeface="Cambria Math" panose="02040503050406030204" pitchFamily="18" charset="0"/>
                                  </a:rPr>
                                  <m:t>+1</m:t>
                                </m:r>
                              </m:oMath>
                            </m:oMathPara>
                          </a14:m>
                          <a:endParaRPr lang="en-US" sz="2000" b="0" i="0" dirty="0"/>
                        </a:p>
                      </a:txBody>
                      <a:tcPr/>
                    </a:tc>
                    <a:tc>
                      <a:txBody>
                        <a:bodyPr/>
                        <a:lstStyle/>
                        <a:p>
                          <a:pPr algn="l"/>
                          <a:r>
                            <a:rPr lang="en-US" sz="2000" b="0" i="0" dirty="0"/>
                            <a:t>2’s complement the contents</a:t>
                          </a:r>
                          <a:r>
                            <a:rPr lang="en-US" sz="2000" b="0" i="0" baseline="0" dirty="0"/>
                            <a:t> of </a:t>
                          </a:r>
                          <a14:m>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2</m:t>
                              </m:r>
                            </m:oMath>
                          </a14:m>
                          <a:r>
                            <a:rPr lang="en-US" sz="2000" b="0" i="0" dirty="0"/>
                            <a:t> (negate)</a:t>
                          </a:r>
                        </a:p>
                      </a:txBody>
                      <a:tcPr/>
                    </a:tc>
                    <a:extLst>
                      <a:ext uri="{0D108BD9-81ED-4DB2-BD59-A6C34878D82A}">
                        <a16:rowId xmlns:a16="http://schemas.microsoft.com/office/drawing/2014/main" val="2779318033"/>
                      </a:ext>
                    </a:extLst>
                  </a:tr>
                  <a:tr h="808561">
                    <a:tc>
                      <a:txBody>
                        <a:bodyPr/>
                        <a:lstStyle/>
                        <a:p>
                          <a:pPr algn="l"/>
                          <a14:m>
                            <m:oMathPara xmlns:m="http://schemas.openxmlformats.org/officeDocument/2006/math">
                              <m:oMathParaPr>
                                <m:jc m:val="left"/>
                              </m:oMathParaPr>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3←</m:t>
                                </m:r>
                                <m:r>
                                  <m:rPr>
                                    <m:sty m:val="p"/>
                                  </m:rPr>
                                  <a:rPr lang="en-US" sz="2000" b="0" i="0" smtClean="0">
                                    <a:latin typeface="Cambria Math" panose="02040503050406030204" pitchFamily="18" charset="0"/>
                                  </a:rPr>
                                  <m:t>R</m:t>
                                </m:r>
                                <m:r>
                                  <a:rPr lang="en-US" sz="2000" b="0" i="0" smtClean="0">
                                    <a:latin typeface="Cambria Math" panose="02040503050406030204" pitchFamily="18" charset="0"/>
                                  </a:rPr>
                                  <m:t>1+</m:t>
                                </m:r>
                                <m:acc>
                                  <m:accPr>
                                    <m:chr m:val="̅"/>
                                    <m:ctrlPr>
                                      <a:rPr lang="en-US" sz="2000" b="0" i="1" smtClean="0">
                                        <a:latin typeface="Cambria Math" panose="02040503050406030204" pitchFamily="18" charset="0"/>
                                      </a:rPr>
                                    </m:ctrlPr>
                                  </m:accPr>
                                  <m:e>
                                    <m:r>
                                      <m:rPr>
                                        <m:sty m:val="p"/>
                                      </m:rPr>
                                      <a:rPr lang="en-US" sz="2000" b="0" i="0" smtClean="0">
                                        <a:latin typeface="Cambria Math" panose="02040503050406030204" pitchFamily="18" charset="0"/>
                                      </a:rPr>
                                      <m:t>R</m:t>
                                    </m:r>
                                    <m:r>
                                      <a:rPr lang="en-US" sz="2000" b="0" i="0" smtClean="0">
                                        <a:latin typeface="Cambria Math" panose="02040503050406030204" pitchFamily="18" charset="0"/>
                                      </a:rPr>
                                      <m:t>2</m:t>
                                    </m:r>
                                  </m:e>
                                </m:acc>
                                <m:r>
                                  <a:rPr lang="en-US" sz="2000" b="0" i="0" smtClean="0">
                                    <a:latin typeface="Cambria Math" panose="02040503050406030204" pitchFamily="18" charset="0"/>
                                  </a:rPr>
                                  <m:t>+1</m:t>
                                </m:r>
                              </m:oMath>
                            </m:oMathPara>
                          </a14:m>
                          <a:endParaRPr lang="en-US" sz="2000" b="0" i="0" dirty="0"/>
                        </a:p>
                      </a:txBody>
                      <a:tcPr/>
                    </a:tc>
                    <a:tc>
                      <a:txBody>
                        <a:bodyPr/>
                        <a:lstStyle/>
                        <a:p>
                          <a:pPr algn="l"/>
                          <a14:m>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1</m:t>
                              </m:r>
                            </m:oMath>
                          </a14:m>
                          <a:r>
                            <a:rPr lang="en-US" sz="2000" b="0" i="0" dirty="0"/>
                            <a:t> plus</a:t>
                          </a:r>
                          <a:r>
                            <a:rPr lang="en-US" sz="2000" b="0" i="0" baseline="0" dirty="0"/>
                            <a:t> the 2’s </a:t>
                          </a:r>
                          <a:r>
                            <a:rPr lang="en-US" sz="2000" b="0" i="0" dirty="0"/>
                            <a:t>complement</a:t>
                          </a:r>
                          <a:r>
                            <a:rPr lang="en-US" sz="2000" b="0" i="0" baseline="0" dirty="0"/>
                            <a:t> of </a:t>
                          </a:r>
                          <a14:m>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2</m:t>
                              </m:r>
                            </m:oMath>
                          </a14:m>
                          <a:r>
                            <a:rPr lang="en-US" sz="2000" b="0" i="0" dirty="0"/>
                            <a:t> (subtraction)</a:t>
                          </a:r>
                        </a:p>
                      </a:txBody>
                      <a:tcPr/>
                    </a:tc>
                    <a:extLst>
                      <a:ext uri="{0D108BD9-81ED-4DB2-BD59-A6C34878D82A}">
                        <a16:rowId xmlns:a16="http://schemas.microsoft.com/office/drawing/2014/main" val="3521930814"/>
                      </a:ext>
                    </a:extLst>
                  </a:tr>
                  <a:tr h="457013">
                    <a:tc>
                      <a:txBody>
                        <a:bodyPr/>
                        <a:lstStyle/>
                        <a:p>
                          <a:pPr algn="l"/>
                          <a14:m>
                            <m:oMathPara xmlns:m="http://schemas.openxmlformats.org/officeDocument/2006/math">
                              <m:oMathParaPr>
                                <m:jc m:val="left"/>
                              </m:oMathParaPr>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1←</m:t>
                                </m:r>
                                <m:r>
                                  <m:rPr>
                                    <m:sty m:val="p"/>
                                  </m:rPr>
                                  <a:rPr lang="en-US" sz="2000" b="0" i="0" smtClean="0">
                                    <a:latin typeface="Cambria Math" panose="02040503050406030204" pitchFamily="18" charset="0"/>
                                  </a:rPr>
                                  <m:t>R</m:t>
                                </m:r>
                                <m:r>
                                  <a:rPr lang="en-US" sz="2000" b="0" i="0" smtClean="0">
                                    <a:latin typeface="Cambria Math" panose="02040503050406030204" pitchFamily="18" charset="0"/>
                                  </a:rPr>
                                  <m:t>1+1</m:t>
                                </m:r>
                              </m:oMath>
                            </m:oMathPara>
                          </a14:m>
                          <a:endParaRPr lang="en-US" sz="2000" b="0" i="0" dirty="0"/>
                        </a:p>
                      </a:txBody>
                      <a:tcPr/>
                    </a:tc>
                    <a:tc>
                      <a:txBody>
                        <a:bodyPr/>
                        <a:lstStyle/>
                        <a:p>
                          <a:pPr algn="l"/>
                          <a:r>
                            <a:rPr lang="en-US" sz="2000" b="0" i="0" dirty="0"/>
                            <a:t>Increment</a:t>
                          </a:r>
                          <a:r>
                            <a:rPr lang="en-US" sz="2000" b="0" i="0" baseline="0" dirty="0"/>
                            <a:t> the content of </a:t>
                          </a:r>
                          <a14:m>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1</m:t>
                              </m:r>
                            </m:oMath>
                          </a14:m>
                          <a:r>
                            <a:rPr lang="en-US" sz="2000" b="0" i="0" dirty="0"/>
                            <a:t> by one</a:t>
                          </a:r>
                        </a:p>
                      </a:txBody>
                      <a:tcPr/>
                    </a:tc>
                    <a:extLst>
                      <a:ext uri="{0D108BD9-81ED-4DB2-BD59-A6C34878D82A}">
                        <a16:rowId xmlns:a16="http://schemas.microsoft.com/office/drawing/2014/main" val="123584824"/>
                      </a:ext>
                    </a:extLst>
                  </a:tr>
                  <a:tr h="457013">
                    <a:tc>
                      <a:txBody>
                        <a:bodyPr/>
                        <a:lstStyle/>
                        <a:p>
                          <a:pPr algn="l"/>
                          <a14:m>
                            <m:oMathPara xmlns:m="http://schemas.openxmlformats.org/officeDocument/2006/math">
                              <m:oMathParaPr>
                                <m:jc m:val="left"/>
                              </m:oMathParaPr>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1←</m:t>
                                </m:r>
                                <m:r>
                                  <m:rPr>
                                    <m:sty m:val="p"/>
                                  </m:rPr>
                                  <a:rPr lang="en-US" sz="2000" b="0" i="0" smtClean="0">
                                    <a:latin typeface="Cambria Math" panose="02040503050406030204" pitchFamily="18" charset="0"/>
                                  </a:rPr>
                                  <m:t>R</m:t>
                                </m:r>
                                <m:r>
                                  <a:rPr lang="en-US" sz="2000" b="0" i="0" smtClean="0">
                                    <a:latin typeface="Cambria Math" panose="02040503050406030204" pitchFamily="18" charset="0"/>
                                  </a:rPr>
                                  <m:t>1−1</m:t>
                                </m:r>
                              </m:oMath>
                            </m:oMathPara>
                          </a14:m>
                          <a:endParaRPr lang="en-US" sz="2000" b="0" i="0" dirty="0"/>
                        </a:p>
                      </a:txBody>
                      <a:tcPr/>
                    </a:tc>
                    <a:tc>
                      <a:txBody>
                        <a:bodyPr/>
                        <a:lstStyle/>
                        <a:p>
                          <a:pPr algn="l"/>
                          <a:r>
                            <a:rPr lang="en-US" sz="2000" b="0" i="0" dirty="0"/>
                            <a:t>Decrement</a:t>
                          </a:r>
                          <a:r>
                            <a:rPr lang="en-US" sz="2000" b="0" i="0" baseline="0" dirty="0"/>
                            <a:t> the content of </a:t>
                          </a:r>
                          <a14:m>
                            <m:oMath xmlns:m="http://schemas.openxmlformats.org/officeDocument/2006/math">
                              <m:r>
                                <m:rPr>
                                  <m:sty m:val="p"/>
                                </m:rPr>
                                <a:rPr lang="en-US" sz="2000" b="0" i="0" smtClean="0">
                                  <a:latin typeface="Cambria Math" panose="02040503050406030204" pitchFamily="18" charset="0"/>
                                </a:rPr>
                                <m:t>R</m:t>
                              </m:r>
                              <m:r>
                                <a:rPr lang="en-US" sz="2000" b="0" i="0" smtClean="0">
                                  <a:latin typeface="Cambria Math" panose="02040503050406030204" pitchFamily="18" charset="0"/>
                                </a:rPr>
                                <m:t>1</m:t>
                              </m:r>
                            </m:oMath>
                          </a14:m>
                          <a:r>
                            <a:rPr lang="en-US" sz="2000" b="0" i="0" dirty="0"/>
                            <a:t> by one</a:t>
                          </a:r>
                        </a:p>
                      </a:txBody>
                      <a:tcPr/>
                    </a:tc>
                    <a:extLst>
                      <a:ext uri="{0D108BD9-81ED-4DB2-BD59-A6C34878D82A}">
                        <a16:rowId xmlns:a16="http://schemas.microsoft.com/office/drawing/2014/main" val="940185078"/>
                      </a:ext>
                    </a:extLst>
                  </a:tr>
                </a:tbl>
              </a:graphicData>
            </a:graphic>
          </p:graphicFrame>
        </mc:Choice>
        <mc:Fallback xmlns="">
          <p:graphicFrame>
            <p:nvGraphicFramePr>
              <p:cNvPr id="4" name="Table 3">
                <a:extLst>
                  <a:ext uri="{FF2B5EF4-FFF2-40B4-BE49-F238E27FC236}">
                    <a16:creationId xmlns:a16="http://schemas.microsoft.com/office/drawing/2014/main" id="{1CA89653-F7CB-8A02-81CE-396DB5CE6741}"/>
                  </a:ext>
                </a:extLst>
              </p:cNvPr>
              <p:cNvGraphicFramePr>
                <a:graphicFrameLocks noGrp="1"/>
              </p:cNvGraphicFramePr>
              <p:nvPr>
                <p:extLst>
                  <p:ext uri="{D42A27DB-BD31-4B8C-83A1-F6EECF244321}">
                    <p14:modId xmlns:p14="http://schemas.microsoft.com/office/powerpoint/2010/main" val="2116132533"/>
                  </p:ext>
                </p:extLst>
              </p:nvPr>
            </p:nvGraphicFramePr>
            <p:xfrm>
              <a:off x="826008" y="1171226"/>
              <a:ext cx="10756392" cy="5384548"/>
            </p:xfrm>
            <a:graphic>
              <a:graphicData uri="http://schemas.openxmlformats.org/drawingml/2006/table">
                <a:tbl>
                  <a:tblPr firstRow="1" bandRow="1">
                    <a:tableStyleId>{21E4AEA4-8DFA-4A89-87EB-49C32662AFE0}</a:tableStyleId>
                  </a:tblPr>
                  <a:tblGrid>
                    <a:gridCol w="5112675">
                      <a:extLst>
                        <a:ext uri="{9D8B030D-6E8A-4147-A177-3AD203B41FA5}">
                          <a16:colId xmlns:a16="http://schemas.microsoft.com/office/drawing/2014/main" val="166050752"/>
                        </a:ext>
                      </a:extLst>
                    </a:gridCol>
                    <a:gridCol w="5643717">
                      <a:extLst>
                        <a:ext uri="{9D8B030D-6E8A-4147-A177-3AD203B41FA5}">
                          <a16:colId xmlns:a16="http://schemas.microsoft.com/office/drawing/2014/main" val="428091505"/>
                        </a:ext>
                      </a:extLst>
                    </a:gridCol>
                  </a:tblGrid>
                  <a:tr h="427717">
                    <a:tc>
                      <a:txBody>
                        <a:bodyPr/>
                        <a:lstStyle/>
                        <a:p>
                          <a:r>
                            <a:rPr lang="en-US" b="0" i="0" dirty="0"/>
                            <a:t>SYMBOLIC NOTATION</a:t>
                          </a:r>
                          <a:endParaRPr lang="en-IN" b="0" i="0" dirty="0"/>
                        </a:p>
                      </a:txBody>
                      <a:tcPr/>
                    </a:tc>
                    <a:tc>
                      <a:txBody>
                        <a:bodyPr/>
                        <a:lstStyle/>
                        <a:p>
                          <a:r>
                            <a:rPr lang="en-US" b="0" i="0" dirty="0"/>
                            <a:t>DESCRIPTION</a:t>
                          </a:r>
                          <a:endParaRPr lang="en-IN" b="0" i="0" dirty="0"/>
                        </a:p>
                      </a:txBody>
                      <a:tcPr/>
                    </a:tc>
                    <a:extLst>
                      <a:ext uri="{0D108BD9-81ED-4DB2-BD59-A6C34878D82A}">
                        <a16:rowId xmlns:a16="http://schemas.microsoft.com/office/drawing/2014/main" val="2953837554"/>
                      </a:ext>
                    </a:extLst>
                  </a:tr>
                  <a:tr h="808561">
                    <a:tc>
                      <a:txBody>
                        <a:bodyPr/>
                        <a:lstStyle/>
                        <a:p>
                          <a:endParaRPr lang="en-US"/>
                        </a:p>
                      </a:txBody>
                      <a:tcPr>
                        <a:blipFill>
                          <a:blip r:embed="rId2"/>
                          <a:stretch>
                            <a:fillRect l="-119" t="-55639" r="-110965" b="-518045"/>
                          </a:stretch>
                        </a:blipFill>
                      </a:tcPr>
                    </a:tc>
                    <a:tc>
                      <a:txBody>
                        <a:bodyPr/>
                        <a:lstStyle/>
                        <a:p>
                          <a:endParaRPr lang="en-US"/>
                        </a:p>
                      </a:txBody>
                      <a:tcPr>
                        <a:blipFill>
                          <a:blip r:embed="rId2"/>
                          <a:stretch>
                            <a:fillRect l="-90713" t="-55639" r="-540" b="-518045"/>
                          </a:stretch>
                        </a:blipFill>
                      </a:tcPr>
                    </a:tc>
                    <a:extLst>
                      <a:ext uri="{0D108BD9-81ED-4DB2-BD59-A6C34878D82A}">
                        <a16:rowId xmlns:a16="http://schemas.microsoft.com/office/drawing/2014/main" val="1793566518"/>
                      </a:ext>
                    </a:extLst>
                  </a:tr>
                  <a:tr h="808561">
                    <a:tc>
                      <a:txBody>
                        <a:bodyPr/>
                        <a:lstStyle/>
                        <a:p>
                          <a:endParaRPr lang="en-US"/>
                        </a:p>
                      </a:txBody>
                      <a:tcPr>
                        <a:blipFill>
                          <a:blip r:embed="rId2"/>
                          <a:stretch>
                            <a:fillRect l="-119" t="-155639" r="-110965" b="-418045"/>
                          </a:stretch>
                        </a:blipFill>
                      </a:tcPr>
                    </a:tc>
                    <a:tc>
                      <a:txBody>
                        <a:bodyPr/>
                        <a:lstStyle/>
                        <a:p>
                          <a:endParaRPr lang="en-US"/>
                        </a:p>
                      </a:txBody>
                      <a:tcPr>
                        <a:blipFill>
                          <a:blip r:embed="rId2"/>
                          <a:stretch>
                            <a:fillRect l="-90713" t="-155639" r="-540" b="-418045"/>
                          </a:stretch>
                        </a:blipFill>
                      </a:tcPr>
                    </a:tc>
                    <a:extLst>
                      <a:ext uri="{0D108BD9-81ED-4DB2-BD59-A6C34878D82A}">
                        <a16:rowId xmlns:a16="http://schemas.microsoft.com/office/drawing/2014/main" val="1780561758"/>
                      </a:ext>
                    </a:extLst>
                  </a:tr>
                  <a:tr h="808561">
                    <a:tc>
                      <a:txBody>
                        <a:bodyPr/>
                        <a:lstStyle/>
                        <a:p>
                          <a:endParaRPr lang="en-US"/>
                        </a:p>
                      </a:txBody>
                      <a:tcPr>
                        <a:blipFill>
                          <a:blip r:embed="rId2"/>
                          <a:stretch>
                            <a:fillRect l="-119" t="-257576" r="-110965" b="-321212"/>
                          </a:stretch>
                        </a:blipFill>
                      </a:tcPr>
                    </a:tc>
                    <a:tc>
                      <a:txBody>
                        <a:bodyPr/>
                        <a:lstStyle/>
                        <a:p>
                          <a:endParaRPr lang="en-US"/>
                        </a:p>
                      </a:txBody>
                      <a:tcPr>
                        <a:blipFill>
                          <a:blip r:embed="rId2"/>
                          <a:stretch>
                            <a:fillRect l="-90713" t="-257576" r="-540" b="-321212"/>
                          </a:stretch>
                        </a:blipFill>
                      </a:tcPr>
                    </a:tc>
                    <a:extLst>
                      <a:ext uri="{0D108BD9-81ED-4DB2-BD59-A6C34878D82A}">
                        <a16:rowId xmlns:a16="http://schemas.microsoft.com/office/drawing/2014/main" val="623855883"/>
                      </a:ext>
                    </a:extLst>
                  </a:tr>
                  <a:tr h="808561">
                    <a:tc>
                      <a:txBody>
                        <a:bodyPr/>
                        <a:lstStyle/>
                        <a:p>
                          <a:endParaRPr lang="en-US"/>
                        </a:p>
                      </a:txBody>
                      <a:tcPr>
                        <a:blipFill>
                          <a:blip r:embed="rId2"/>
                          <a:stretch>
                            <a:fillRect l="-119" t="-354887" r="-110965" b="-218797"/>
                          </a:stretch>
                        </a:blipFill>
                      </a:tcPr>
                    </a:tc>
                    <a:tc>
                      <a:txBody>
                        <a:bodyPr/>
                        <a:lstStyle/>
                        <a:p>
                          <a:endParaRPr lang="en-US"/>
                        </a:p>
                      </a:txBody>
                      <a:tcPr>
                        <a:blipFill>
                          <a:blip r:embed="rId2"/>
                          <a:stretch>
                            <a:fillRect l="-90713" t="-354887" r="-540" b="-218797"/>
                          </a:stretch>
                        </a:blipFill>
                      </a:tcPr>
                    </a:tc>
                    <a:extLst>
                      <a:ext uri="{0D108BD9-81ED-4DB2-BD59-A6C34878D82A}">
                        <a16:rowId xmlns:a16="http://schemas.microsoft.com/office/drawing/2014/main" val="2779318033"/>
                      </a:ext>
                    </a:extLst>
                  </a:tr>
                  <a:tr h="808561">
                    <a:tc>
                      <a:txBody>
                        <a:bodyPr/>
                        <a:lstStyle/>
                        <a:p>
                          <a:endParaRPr lang="en-US"/>
                        </a:p>
                      </a:txBody>
                      <a:tcPr>
                        <a:blipFill>
                          <a:blip r:embed="rId2"/>
                          <a:stretch>
                            <a:fillRect l="-119" t="-454887" r="-110965" b="-118797"/>
                          </a:stretch>
                        </a:blipFill>
                      </a:tcPr>
                    </a:tc>
                    <a:tc>
                      <a:txBody>
                        <a:bodyPr/>
                        <a:lstStyle/>
                        <a:p>
                          <a:endParaRPr lang="en-US"/>
                        </a:p>
                      </a:txBody>
                      <a:tcPr>
                        <a:blipFill>
                          <a:blip r:embed="rId2"/>
                          <a:stretch>
                            <a:fillRect l="-90713" t="-454887" r="-540" b="-118797"/>
                          </a:stretch>
                        </a:blipFill>
                      </a:tcPr>
                    </a:tc>
                    <a:extLst>
                      <a:ext uri="{0D108BD9-81ED-4DB2-BD59-A6C34878D82A}">
                        <a16:rowId xmlns:a16="http://schemas.microsoft.com/office/drawing/2014/main" val="3521930814"/>
                      </a:ext>
                    </a:extLst>
                  </a:tr>
                  <a:tr h="457013">
                    <a:tc>
                      <a:txBody>
                        <a:bodyPr/>
                        <a:lstStyle/>
                        <a:p>
                          <a:endParaRPr lang="en-US"/>
                        </a:p>
                      </a:txBody>
                      <a:tcPr>
                        <a:blipFill>
                          <a:blip r:embed="rId2"/>
                          <a:stretch>
                            <a:fillRect l="-119" t="-984000" r="-110965" b="-110667"/>
                          </a:stretch>
                        </a:blipFill>
                      </a:tcPr>
                    </a:tc>
                    <a:tc>
                      <a:txBody>
                        <a:bodyPr/>
                        <a:lstStyle/>
                        <a:p>
                          <a:endParaRPr lang="en-US"/>
                        </a:p>
                      </a:txBody>
                      <a:tcPr>
                        <a:blipFill>
                          <a:blip r:embed="rId2"/>
                          <a:stretch>
                            <a:fillRect l="-90713" t="-984000" r="-540" b="-110667"/>
                          </a:stretch>
                        </a:blipFill>
                      </a:tcPr>
                    </a:tc>
                    <a:extLst>
                      <a:ext uri="{0D108BD9-81ED-4DB2-BD59-A6C34878D82A}">
                        <a16:rowId xmlns:a16="http://schemas.microsoft.com/office/drawing/2014/main" val="123584824"/>
                      </a:ext>
                    </a:extLst>
                  </a:tr>
                  <a:tr h="457013">
                    <a:tc>
                      <a:txBody>
                        <a:bodyPr/>
                        <a:lstStyle/>
                        <a:p>
                          <a:endParaRPr lang="en-US"/>
                        </a:p>
                      </a:txBody>
                      <a:tcPr>
                        <a:blipFill>
                          <a:blip r:embed="rId2"/>
                          <a:stretch>
                            <a:fillRect l="-119" t="-1084000" r="-110965" b="-10667"/>
                          </a:stretch>
                        </a:blipFill>
                      </a:tcPr>
                    </a:tc>
                    <a:tc>
                      <a:txBody>
                        <a:bodyPr/>
                        <a:lstStyle/>
                        <a:p>
                          <a:endParaRPr lang="en-US"/>
                        </a:p>
                      </a:txBody>
                      <a:tcPr>
                        <a:blipFill>
                          <a:blip r:embed="rId2"/>
                          <a:stretch>
                            <a:fillRect l="-90713" t="-1084000" r="-540" b="-10667"/>
                          </a:stretch>
                        </a:blipFill>
                      </a:tcPr>
                    </a:tc>
                    <a:extLst>
                      <a:ext uri="{0D108BD9-81ED-4DB2-BD59-A6C34878D82A}">
                        <a16:rowId xmlns:a16="http://schemas.microsoft.com/office/drawing/2014/main" val="940185078"/>
                      </a:ext>
                    </a:extLst>
                  </a:tr>
                </a:tbl>
              </a:graphicData>
            </a:graphic>
          </p:graphicFrame>
        </mc:Fallback>
      </mc:AlternateContent>
    </p:spTree>
    <p:extLst>
      <p:ext uri="{BB962C8B-B14F-4D97-AF65-F5344CB8AC3E}">
        <p14:creationId xmlns:p14="http://schemas.microsoft.com/office/powerpoint/2010/main" val="29762861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F0DE-0001-75CE-10F8-08868B628EEE}"/>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138F165B-983E-7C5C-C0FB-565B35D8CAEF}"/>
              </a:ext>
            </a:extLst>
          </p:cNvPr>
          <p:cNvSpPr>
            <a:spLocks noGrp="1"/>
          </p:cNvSpPr>
          <p:nvPr>
            <p:ph type="title"/>
          </p:nvPr>
        </p:nvSpPr>
        <p:spPr>
          <a:xfrm>
            <a:off x="826009" y="199372"/>
            <a:ext cx="10036292" cy="773776"/>
          </a:xfrm>
        </p:spPr>
        <p:txBody>
          <a:bodyPr>
            <a:normAutofit fontScale="90000"/>
          </a:bodyPr>
          <a:lstStyle/>
          <a:p>
            <a:pPr algn="l" fontAlgn="base"/>
            <a:r>
              <a:rPr lang="en-US" b="1" i="0" dirty="0">
                <a:solidFill>
                  <a:srgbClr val="FFFFFF"/>
                </a:solidFill>
                <a:effectLst/>
                <a:latin typeface="+mn-lt"/>
              </a:rPr>
              <a:t>4 BIT ARITHMETIC CIRCUIT</a:t>
            </a:r>
            <a:endParaRPr lang="en-IN" b="1" i="0" dirty="0">
              <a:solidFill>
                <a:srgbClr val="FFFFFF"/>
              </a:solidFill>
              <a:effectLst/>
              <a:latin typeface="+mn-lt"/>
            </a:endParaRPr>
          </a:p>
        </p:txBody>
      </p:sp>
      <p:sp>
        <p:nvSpPr>
          <p:cNvPr id="14" name="Text Placeholder 13">
            <a:extLst>
              <a:ext uri="{FF2B5EF4-FFF2-40B4-BE49-F238E27FC236}">
                <a16:creationId xmlns:a16="http://schemas.microsoft.com/office/drawing/2014/main" id="{9FA967FC-D2D5-F347-E092-D1886516A28A}"/>
              </a:ext>
            </a:extLst>
          </p:cNvPr>
          <p:cNvSpPr>
            <a:spLocks noGrp="1"/>
          </p:cNvSpPr>
          <p:nvPr>
            <p:ph type="body" sz="quarter" idx="14"/>
          </p:nvPr>
        </p:nvSpPr>
        <p:spPr>
          <a:xfrm flipV="1">
            <a:off x="1209243" y="1718420"/>
            <a:ext cx="45719" cy="45719"/>
          </a:xfrm>
        </p:spPr>
        <p:txBody>
          <a:bodyPr>
            <a:normAutofit fontScale="25000" lnSpcReduction="20000"/>
          </a:bodyPr>
          <a:lstStyle/>
          <a:p>
            <a:endParaRPr lang="en-US" dirty="0"/>
          </a:p>
        </p:txBody>
      </p:sp>
      <p:sp>
        <p:nvSpPr>
          <p:cNvPr id="13" name="Content Placeholder 12">
            <a:extLst>
              <a:ext uri="{FF2B5EF4-FFF2-40B4-BE49-F238E27FC236}">
                <a16:creationId xmlns:a16="http://schemas.microsoft.com/office/drawing/2014/main" id="{72C45370-E1D9-3F46-9CA1-D61CF4AADBB5}"/>
              </a:ext>
            </a:extLst>
          </p:cNvPr>
          <p:cNvSpPr>
            <a:spLocks noGrp="1"/>
          </p:cNvSpPr>
          <p:nvPr>
            <p:ph type="body" sz="quarter" idx="17"/>
          </p:nvPr>
        </p:nvSpPr>
        <p:spPr>
          <a:xfrm>
            <a:off x="657576" y="1140543"/>
            <a:ext cx="10373157" cy="5579662"/>
          </a:xfrm>
        </p:spPr>
        <p:txBody>
          <a:bodyPr>
            <a:noAutofit/>
          </a:bodyPr>
          <a:lstStyle/>
          <a:p>
            <a:pPr marL="457200" indent="-457200">
              <a:buFont typeface="Arial" panose="020B0604020202020204" pitchFamily="34" charset="0"/>
              <a:buChar char="•"/>
            </a:pPr>
            <a:r>
              <a:rPr lang="en-US" sz="2400" b="1" dirty="0">
                <a:latin typeface="Google Sans"/>
              </a:rPr>
              <a:t>There are 3 components in ALU :</a:t>
            </a:r>
          </a:p>
          <a:p>
            <a:pPr marL="0" indent="0" algn="just">
              <a:buNone/>
            </a:pPr>
            <a:r>
              <a:rPr lang="en-US" sz="1800" b="1" dirty="0"/>
              <a:t>1. Arithmetic Unit (4-bit) :</a:t>
            </a:r>
          </a:p>
          <a:p>
            <a:pPr marL="0" indent="0" algn="just">
              <a:buNone/>
            </a:pPr>
            <a:r>
              <a:rPr lang="en-US" sz="1800" dirty="0"/>
              <a:t>There are basically two components used in the Arithmetic Unit. 1. 4 to 1 Multiplexer (MUX) 2. Full adder There are four 4:1 MUX and four Full Adders in my circuit. this arithmetic unit can perform 7 operations, including add, subtract, transfer, etc. 2 figure 2.1. 4-bit Arithmetic </a:t>
            </a:r>
            <a:endParaRPr lang="en-US" sz="1800" b="1" dirty="0"/>
          </a:p>
          <a:p>
            <a:pPr marL="0" indent="0" algn="just">
              <a:buNone/>
            </a:pPr>
            <a:r>
              <a:rPr lang="en-US" sz="1800" b="1" dirty="0"/>
              <a:t>2. Logical Unit (4-bit) :</a:t>
            </a:r>
          </a:p>
          <a:p>
            <a:pPr marL="0" indent="0" algn="just">
              <a:buNone/>
            </a:pPr>
            <a:r>
              <a:rPr lang="en-US" sz="1800" dirty="0"/>
              <a:t>There are four 4:1 MUX and 4 pairs of AND, OR, XOR, and NOT gates. In my circuit, we can perform the NOT operation on both inputs A and B. This Logic unit can perform 16 different logic operations that can be performed with two binary variables, including NAND, XOR, complement A, etc. </a:t>
            </a:r>
            <a:endParaRPr lang="en-US" sz="1800" b="1" dirty="0"/>
          </a:p>
          <a:p>
            <a:pPr marL="0" indent="0" algn="just">
              <a:buNone/>
            </a:pPr>
            <a:r>
              <a:rPr lang="en-US" sz="1800" b="1" dirty="0"/>
              <a:t>3. Combinational Circuit Shifter (4-bit): right shift, left shift :</a:t>
            </a:r>
          </a:p>
          <a:p>
            <a:pPr marL="0" indent="0" algn="just">
              <a:buNone/>
            </a:pPr>
            <a:r>
              <a:rPr lang="en-US" sz="1800" dirty="0"/>
              <a:t>A combinational circuit shifter can be constructed with multiplexers. The 4-bit shifter has four data inputs and four data outputs. There are two serial inputs, one for shift left and the other for shift right. When the selection input is 0, the input data are shifted right. When 1, the input data are shifted left. </a:t>
            </a:r>
            <a:endParaRPr lang="en-US" sz="1800" b="1" dirty="0">
              <a:latin typeface="Google Sans"/>
            </a:endParaRPr>
          </a:p>
        </p:txBody>
      </p:sp>
      <p:sp>
        <p:nvSpPr>
          <p:cNvPr id="16" name="Text Placeholder 15">
            <a:extLst>
              <a:ext uri="{FF2B5EF4-FFF2-40B4-BE49-F238E27FC236}">
                <a16:creationId xmlns:a16="http://schemas.microsoft.com/office/drawing/2014/main" id="{DB81B0B8-7A7A-D5D6-83BA-51A103B6E85B}"/>
              </a:ext>
            </a:extLst>
          </p:cNvPr>
          <p:cNvSpPr>
            <a:spLocks noGrp="1"/>
          </p:cNvSpPr>
          <p:nvPr>
            <p:ph type="body" sz="quarter" idx="16"/>
          </p:nvPr>
        </p:nvSpPr>
        <p:spPr>
          <a:xfrm flipH="1" flipV="1">
            <a:off x="11014180" y="1576416"/>
            <a:ext cx="45719" cy="187615"/>
          </a:xfrm>
        </p:spPr>
        <p:txBody>
          <a:bodyPr>
            <a:normAutofit fontScale="25000" lnSpcReduction="20000"/>
          </a:bodyPr>
          <a:lstStyle/>
          <a:p>
            <a:endParaRPr lang="en-US" dirty="0"/>
          </a:p>
        </p:txBody>
      </p:sp>
      <p:sp>
        <p:nvSpPr>
          <p:cNvPr id="15" name="Content Placeholder 14">
            <a:extLst>
              <a:ext uri="{FF2B5EF4-FFF2-40B4-BE49-F238E27FC236}">
                <a16:creationId xmlns:a16="http://schemas.microsoft.com/office/drawing/2014/main" id="{99DF2B7C-BBD7-0410-F56D-65EA0E147BF8}"/>
              </a:ext>
            </a:extLst>
          </p:cNvPr>
          <p:cNvSpPr>
            <a:spLocks noGrp="1"/>
          </p:cNvSpPr>
          <p:nvPr>
            <p:ph type="body" sz="quarter" idx="18"/>
          </p:nvPr>
        </p:nvSpPr>
        <p:spPr>
          <a:xfrm flipH="1">
            <a:off x="11700587" y="5694680"/>
            <a:ext cx="47585" cy="45719"/>
          </a:xfrm>
        </p:spPr>
        <p:txBody>
          <a:bodyPr>
            <a:normAutofit fontScale="25000" lnSpcReduction="20000"/>
          </a:bodyPr>
          <a:lstStyle/>
          <a:p>
            <a:endParaRPr lang="en-US" dirty="0"/>
          </a:p>
        </p:txBody>
      </p:sp>
      <p:sp>
        <p:nvSpPr>
          <p:cNvPr id="7" name="Footer Placeholder 6">
            <a:extLst>
              <a:ext uri="{FF2B5EF4-FFF2-40B4-BE49-F238E27FC236}">
                <a16:creationId xmlns:a16="http://schemas.microsoft.com/office/drawing/2014/main" id="{D6E58F5D-2981-60E2-A2B3-EC5558127957}"/>
              </a:ext>
            </a:extLst>
          </p:cNvPr>
          <p:cNvSpPr>
            <a:spLocks noGrp="1"/>
          </p:cNvSpPr>
          <p:nvPr>
            <p:ph type="ftr" sz="quarter" idx="11"/>
          </p:nvPr>
        </p:nvSpPr>
        <p:spPr>
          <a:xfrm>
            <a:off x="201168" y="6356350"/>
            <a:ext cx="4837176" cy="365125"/>
          </a:xfrm>
        </p:spPr>
        <p:txBody>
          <a:bodyPr/>
          <a:lstStyle/>
          <a:p>
            <a:pPr lvl="0"/>
            <a:endParaRPr lang="en-US" noProof="0" dirty="0"/>
          </a:p>
        </p:txBody>
      </p:sp>
      <p:sp>
        <p:nvSpPr>
          <p:cNvPr id="6" name="Date Placeholder 5">
            <a:extLst>
              <a:ext uri="{FF2B5EF4-FFF2-40B4-BE49-F238E27FC236}">
                <a16:creationId xmlns:a16="http://schemas.microsoft.com/office/drawing/2014/main" id="{9809F77C-4286-2D12-3D99-8906CAD19C0D}"/>
              </a:ext>
            </a:extLst>
          </p:cNvPr>
          <p:cNvSpPr>
            <a:spLocks noGrp="1"/>
          </p:cNvSpPr>
          <p:nvPr>
            <p:ph type="dt" sz="half" idx="10"/>
          </p:nvPr>
        </p:nvSpPr>
        <p:spPr>
          <a:xfrm>
            <a:off x="7013448" y="6355080"/>
            <a:ext cx="4352544" cy="365125"/>
          </a:xfrm>
        </p:spPr>
        <p:txBody>
          <a:bodyPr/>
          <a:lstStyle/>
          <a:p>
            <a:pPr lvl="0"/>
            <a:endParaRPr lang="en-US" noProof="0" dirty="0"/>
          </a:p>
        </p:txBody>
      </p:sp>
    </p:spTree>
    <p:extLst>
      <p:ext uri="{BB962C8B-B14F-4D97-AF65-F5344CB8AC3E}">
        <p14:creationId xmlns:p14="http://schemas.microsoft.com/office/powerpoint/2010/main" val="143065781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F0DE-0001-75CE-10F8-08868B628EEE}"/>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138F165B-983E-7C5C-C0FB-565B35D8CAEF}"/>
              </a:ext>
            </a:extLst>
          </p:cNvPr>
          <p:cNvSpPr>
            <a:spLocks noGrp="1"/>
          </p:cNvSpPr>
          <p:nvPr>
            <p:ph type="title"/>
          </p:nvPr>
        </p:nvSpPr>
        <p:spPr>
          <a:xfrm>
            <a:off x="826009" y="199372"/>
            <a:ext cx="10036292" cy="773776"/>
          </a:xfrm>
        </p:spPr>
        <p:txBody>
          <a:bodyPr>
            <a:normAutofit fontScale="90000"/>
          </a:bodyPr>
          <a:lstStyle/>
          <a:p>
            <a:pPr algn="l" fontAlgn="base"/>
            <a:r>
              <a:rPr lang="en-US" b="1" i="0" dirty="0">
                <a:solidFill>
                  <a:srgbClr val="FFFFFF"/>
                </a:solidFill>
                <a:effectLst/>
                <a:latin typeface="+mn-lt"/>
              </a:rPr>
              <a:t>4 BIT ARITHMETIC </a:t>
            </a:r>
            <a:r>
              <a:rPr lang="en-US" dirty="0">
                <a:solidFill>
                  <a:srgbClr val="FFFFFF"/>
                </a:solidFill>
                <a:latin typeface="+mn-lt"/>
              </a:rPr>
              <a:t>UNIT</a:t>
            </a:r>
            <a:endParaRPr lang="en-IN" b="1" i="0" dirty="0">
              <a:solidFill>
                <a:srgbClr val="FFFFFF"/>
              </a:solidFill>
              <a:effectLst/>
              <a:latin typeface="+mn-lt"/>
            </a:endParaRPr>
          </a:p>
        </p:txBody>
      </p:sp>
      <p:sp>
        <p:nvSpPr>
          <p:cNvPr id="14" name="Text Placeholder 13">
            <a:extLst>
              <a:ext uri="{FF2B5EF4-FFF2-40B4-BE49-F238E27FC236}">
                <a16:creationId xmlns:a16="http://schemas.microsoft.com/office/drawing/2014/main" id="{9FA967FC-D2D5-F347-E092-D1886516A28A}"/>
              </a:ext>
            </a:extLst>
          </p:cNvPr>
          <p:cNvSpPr>
            <a:spLocks noGrp="1"/>
          </p:cNvSpPr>
          <p:nvPr>
            <p:ph type="body" sz="quarter" idx="14"/>
          </p:nvPr>
        </p:nvSpPr>
        <p:spPr>
          <a:xfrm flipV="1">
            <a:off x="1209243" y="1718420"/>
            <a:ext cx="45719" cy="45719"/>
          </a:xfrm>
        </p:spPr>
        <p:txBody>
          <a:bodyPr>
            <a:normAutofit fontScale="25000" lnSpcReduction="20000"/>
          </a:bodyPr>
          <a:lstStyle/>
          <a:p>
            <a:endParaRPr lang="en-US" dirty="0"/>
          </a:p>
        </p:txBody>
      </p:sp>
      <p:sp>
        <p:nvSpPr>
          <p:cNvPr id="13" name="Content Placeholder 12">
            <a:extLst>
              <a:ext uri="{FF2B5EF4-FFF2-40B4-BE49-F238E27FC236}">
                <a16:creationId xmlns:a16="http://schemas.microsoft.com/office/drawing/2014/main" id="{72C45370-E1D9-3F46-9CA1-D61CF4AADBB5}"/>
              </a:ext>
            </a:extLst>
          </p:cNvPr>
          <p:cNvSpPr>
            <a:spLocks noGrp="1"/>
          </p:cNvSpPr>
          <p:nvPr>
            <p:ph type="body" sz="quarter" idx="17"/>
          </p:nvPr>
        </p:nvSpPr>
        <p:spPr>
          <a:xfrm>
            <a:off x="657576" y="1140543"/>
            <a:ext cx="10373157" cy="5579662"/>
          </a:xfrm>
        </p:spPr>
        <p:txBody>
          <a:bodyPr>
            <a:noAutofit/>
          </a:bodyPr>
          <a:lstStyle/>
          <a:p>
            <a:pPr marL="457200" indent="-457200">
              <a:buFont typeface="Arial" panose="020B0604020202020204" pitchFamily="34" charset="0"/>
              <a:buChar char="•"/>
            </a:pPr>
            <a:endParaRPr lang="en-US" sz="1800" b="1" dirty="0">
              <a:latin typeface="Google Sans"/>
            </a:endParaRPr>
          </a:p>
        </p:txBody>
      </p:sp>
      <p:sp>
        <p:nvSpPr>
          <p:cNvPr id="16" name="Text Placeholder 15">
            <a:extLst>
              <a:ext uri="{FF2B5EF4-FFF2-40B4-BE49-F238E27FC236}">
                <a16:creationId xmlns:a16="http://schemas.microsoft.com/office/drawing/2014/main" id="{DB81B0B8-7A7A-D5D6-83BA-51A103B6E85B}"/>
              </a:ext>
            </a:extLst>
          </p:cNvPr>
          <p:cNvSpPr>
            <a:spLocks noGrp="1"/>
          </p:cNvSpPr>
          <p:nvPr>
            <p:ph type="body" sz="quarter" idx="16"/>
          </p:nvPr>
        </p:nvSpPr>
        <p:spPr>
          <a:xfrm flipH="1" flipV="1">
            <a:off x="11014180" y="1576416"/>
            <a:ext cx="45719" cy="187615"/>
          </a:xfrm>
        </p:spPr>
        <p:txBody>
          <a:bodyPr>
            <a:normAutofit fontScale="25000" lnSpcReduction="20000"/>
          </a:bodyPr>
          <a:lstStyle/>
          <a:p>
            <a:endParaRPr lang="en-US" dirty="0"/>
          </a:p>
        </p:txBody>
      </p:sp>
      <p:sp>
        <p:nvSpPr>
          <p:cNvPr id="15" name="Content Placeholder 14">
            <a:extLst>
              <a:ext uri="{FF2B5EF4-FFF2-40B4-BE49-F238E27FC236}">
                <a16:creationId xmlns:a16="http://schemas.microsoft.com/office/drawing/2014/main" id="{99DF2B7C-BBD7-0410-F56D-65EA0E147BF8}"/>
              </a:ext>
            </a:extLst>
          </p:cNvPr>
          <p:cNvSpPr>
            <a:spLocks noGrp="1"/>
          </p:cNvSpPr>
          <p:nvPr>
            <p:ph type="body" sz="quarter" idx="18"/>
          </p:nvPr>
        </p:nvSpPr>
        <p:spPr>
          <a:xfrm flipH="1">
            <a:off x="11700587" y="5694680"/>
            <a:ext cx="47585" cy="45719"/>
          </a:xfrm>
        </p:spPr>
        <p:txBody>
          <a:bodyPr>
            <a:normAutofit fontScale="25000" lnSpcReduction="20000"/>
          </a:bodyPr>
          <a:lstStyle/>
          <a:p>
            <a:endParaRPr lang="en-US" dirty="0"/>
          </a:p>
        </p:txBody>
      </p:sp>
      <p:sp>
        <p:nvSpPr>
          <p:cNvPr id="7" name="Footer Placeholder 6">
            <a:extLst>
              <a:ext uri="{FF2B5EF4-FFF2-40B4-BE49-F238E27FC236}">
                <a16:creationId xmlns:a16="http://schemas.microsoft.com/office/drawing/2014/main" id="{D6E58F5D-2981-60E2-A2B3-EC5558127957}"/>
              </a:ext>
            </a:extLst>
          </p:cNvPr>
          <p:cNvSpPr>
            <a:spLocks noGrp="1"/>
          </p:cNvSpPr>
          <p:nvPr>
            <p:ph type="ftr" sz="quarter" idx="11"/>
          </p:nvPr>
        </p:nvSpPr>
        <p:spPr>
          <a:xfrm>
            <a:off x="201168" y="6356350"/>
            <a:ext cx="4837176" cy="365125"/>
          </a:xfrm>
        </p:spPr>
        <p:txBody>
          <a:bodyPr/>
          <a:lstStyle/>
          <a:p>
            <a:pPr lvl="0"/>
            <a:endParaRPr lang="en-US" noProof="0" dirty="0"/>
          </a:p>
        </p:txBody>
      </p:sp>
      <p:sp>
        <p:nvSpPr>
          <p:cNvPr id="6" name="Date Placeholder 5">
            <a:extLst>
              <a:ext uri="{FF2B5EF4-FFF2-40B4-BE49-F238E27FC236}">
                <a16:creationId xmlns:a16="http://schemas.microsoft.com/office/drawing/2014/main" id="{9809F77C-4286-2D12-3D99-8906CAD19C0D}"/>
              </a:ext>
            </a:extLst>
          </p:cNvPr>
          <p:cNvSpPr>
            <a:spLocks noGrp="1"/>
          </p:cNvSpPr>
          <p:nvPr>
            <p:ph type="dt" sz="half" idx="10"/>
          </p:nvPr>
        </p:nvSpPr>
        <p:spPr>
          <a:xfrm>
            <a:off x="7013448" y="6355080"/>
            <a:ext cx="4352544" cy="365125"/>
          </a:xfrm>
        </p:spPr>
        <p:txBody>
          <a:bodyPr/>
          <a:lstStyle/>
          <a:p>
            <a:pPr lvl="0"/>
            <a:endParaRPr lang="en-US" noProof="0" dirty="0"/>
          </a:p>
        </p:txBody>
      </p:sp>
      <p:pic>
        <p:nvPicPr>
          <p:cNvPr id="177" name="Picture 176">
            <a:extLst>
              <a:ext uri="{FF2B5EF4-FFF2-40B4-BE49-F238E27FC236}">
                <a16:creationId xmlns:a16="http://schemas.microsoft.com/office/drawing/2014/main" id="{B704CBE7-94D7-9897-30D6-5AB6945EF4E4}"/>
              </a:ext>
            </a:extLst>
          </p:cNvPr>
          <p:cNvPicPr>
            <a:picLocks noChangeAspect="1"/>
          </p:cNvPicPr>
          <p:nvPr/>
        </p:nvPicPr>
        <p:blipFill>
          <a:blip r:embed="rId2"/>
          <a:stretch>
            <a:fillRect/>
          </a:stretch>
        </p:blipFill>
        <p:spPr>
          <a:xfrm>
            <a:off x="1046795" y="1286118"/>
            <a:ext cx="9935962" cy="5434087"/>
          </a:xfrm>
          <a:prstGeom prst="rect">
            <a:avLst/>
          </a:prstGeom>
        </p:spPr>
      </p:pic>
    </p:spTree>
    <p:extLst>
      <p:ext uri="{BB962C8B-B14F-4D97-AF65-F5344CB8AC3E}">
        <p14:creationId xmlns:p14="http://schemas.microsoft.com/office/powerpoint/2010/main" val="309045687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F0DE-0001-75CE-10F8-08868B628EEE}"/>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138F165B-983E-7C5C-C0FB-565B35D8CAEF}"/>
              </a:ext>
            </a:extLst>
          </p:cNvPr>
          <p:cNvSpPr>
            <a:spLocks noGrp="1"/>
          </p:cNvSpPr>
          <p:nvPr>
            <p:ph type="title"/>
          </p:nvPr>
        </p:nvSpPr>
        <p:spPr>
          <a:xfrm>
            <a:off x="0" y="905069"/>
            <a:ext cx="3102925" cy="1744825"/>
          </a:xfrm>
        </p:spPr>
        <p:txBody>
          <a:bodyPr>
            <a:normAutofit/>
          </a:bodyPr>
          <a:lstStyle/>
          <a:p>
            <a:pPr algn="l" fontAlgn="base"/>
            <a:r>
              <a:rPr lang="en-US" sz="3600" b="1" i="0" dirty="0">
                <a:solidFill>
                  <a:srgbClr val="FFFFFF"/>
                </a:solidFill>
                <a:effectLst/>
                <a:latin typeface="+mn-lt"/>
              </a:rPr>
              <a:t>4 BIT ARITHMETIC </a:t>
            </a:r>
            <a:r>
              <a:rPr lang="en-US" sz="3600" dirty="0">
                <a:solidFill>
                  <a:srgbClr val="FFFFFF"/>
                </a:solidFill>
                <a:latin typeface="+mn-lt"/>
              </a:rPr>
              <a:t>UNIT</a:t>
            </a:r>
            <a:endParaRPr lang="en-US" sz="3600" b="1" i="0" dirty="0">
              <a:solidFill>
                <a:srgbClr val="FFFFFF"/>
              </a:solidFill>
              <a:effectLst/>
            </a:endParaRPr>
          </a:p>
        </p:txBody>
      </p:sp>
      <p:sp>
        <p:nvSpPr>
          <p:cNvPr id="7" name="Footer Placeholder 6">
            <a:extLst>
              <a:ext uri="{FF2B5EF4-FFF2-40B4-BE49-F238E27FC236}">
                <a16:creationId xmlns:a16="http://schemas.microsoft.com/office/drawing/2014/main" id="{D6E58F5D-2981-60E2-A2B3-EC5558127957}"/>
              </a:ext>
            </a:extLst>
          </p:cNvPr>
          <p:cNvSpPr>
            <a:spLocks noGrp="1"/>
          </p:cNvSpPr>
          <p:nvPr>
            <p:ph type="ftr" sz="quarter" idx="11"/>
          </p:nvPr>
        </p:nvSpPr>
        <p:spPr/>
        <p:txBody>
          <a:bodyPr/>
          <a:lstStyle/>
          <a:p>
            <a:pPr lvl="0"/>
            <a:endParaRPr lang="en-US" noProof="0" dirty="0"/>
          </a:p>
        </p:txBody>
      </p:sp>
      <p:sp>
        <p:nvSpPr>
          <p:cNvPr id="22" name="Content Placeholder 21">
            <a:extLst>
              <a:ext uri="{FF2B5EF4-FFF2-40B4-BE49-F238E27FC236}">
                <a16:creationId xmlns:a16="http://schemas.microsoft.com/office/drawing/2014/main" id="{4D06AD0B-0C09-908C-6E08-8BB6E0278569}"/>
              </a:ext>
            </a:extLst>
          </p:cNvPr>
          <p:cNvSpPr>
            <a:spLocks noGrp="1"/>
          </p:cNvSpPr>
          <p:nvPr>
            <p:ph sz="quarter" idx="14"/>
          </p:nvPr>
        </p:nvSpPr>
        <p:spPr>
          <a:xfrm flipV="1">
            <a:off x="3629854" y="270588"/>
            <a:ext cx="316996" cy="395897"/>
          </a:xfrm>
        </p:spPr>
        <p:txBody>
          <a:bodyPr>
            <a:normAutofit fontScale="92500" lnSpcReduction="20000"/>
          </a:bodyPr>
          <a:lstStyle/>
          <a:p>
            <a:endParaRPr lang="en-IN" dirty="0"/>
          </a:p>
        </p:txBody>
      </p:sp>
      <p:sp>
        <p:nvSpPr>
          <p:cNvPr id="6" name="Date Placeholder 5">
            <a:extLst>
              <a:ext uri="{FF2B5EF4-FFF2-40B4-BE49-F238E27FC236}">
                <a16:creationId xmlns:a16="http://schemas.microsoft.com/office/drawing/2014/main" id="{9809F77C-4286-2D12-3D99-8906CAD19C0D}"/>
              </a:ext>
            </a:extLst>
          </p:cNvPr>
          <p:cNvSpPr>
            <a:spLocks noGrp="1"/>
          </p:cNvSpPr>
          <p:nvPr>
            <p:ph type="dt" sz="half" idx="10"/>
          </p:nvPr>
        </p:nvSpPr>
        <p:spPr/>
        <p:txBody>
          <a:bodyPr/>
          <a:lstStyle/>
          <a:p>
            <a:pPr lvl="0"/>
            <a:endParaRPr lang="en-US" noProof="0" dirty="0"/>
          </a:p>
        </p:txBody>
      </p:sp>
      <p:sp>
        <p:nvSpPr>
          <p:cNvPr id="19" name="TextBox 18">
            <a:extLst>
              <a:ext uri="{FF2B5EF4-FFF2-40B4-BE49-F238E27FC236}">
                <a16:creationId xmlns:a16="http://schemas.microsoft.com/office/drawing/2014/main" id="{696C7F58-66CE-B348-67E9-60E352E45BC6}"/>
              </a:ext>
            </a:extLst>
          </p:cNvPr>
          <p:cNvSpPr txBox="1"/>
          <p:nvPr/>
        </p:nvSpPr>
        <p:spPr>
          <a:xfrm>
            <a:off x="5402424" y="5491743"/>
            <a:ext cx="184731" cy="369332"/>
          </a:xfrm>
          <a:prstGeom prst="rect">
            <a:avLst/>
          </a:prstGeom>
          <a:noFill/>
        </p:spPr>
        <p:txBody>
          <a:bodyPr wrap="none" rtlCol="0">
            <a:spAutoFit/>
          </a:bodyPr>
          <a:lstStyle/>
          <a:p>
            <a:endParaRPr lang="en-IN" dirty="0"/>
          </a:p>
        </p:txBody>
      </p:sp>
      <p:graphicFrame>
        <p:nvGraphicFramePr>
          <p:cNvPr id="4" name="Table 3">
            <a:extLst>
              <a:ext uri="{FF2B5EF4-FFF2-40B4-BE49-F238E27FC236}">
                <a16:creationId xmlns:a16="http://schemas.microsoft.com/office/drawing/2014/main" id="{3D93F52E-3515-BFDC-CB72-14B59E282563}"/>
              </a:ext>
            </a:extLst>
          </p:cNvPr>
          <p:cNvGraphicFramePr>
            <a:graphicFrameLocks noGrp="1"/>
          </p:cNvGraphicFramePr>
          <p:nvPr>
            <p:extLst>
              <p:ext uri="{D42A27DB-BD31-4B8C-83A1-F6EECF244321}">
                <p14:modId xmlns:p14="http://schemas.microsoft.com/office/powerpoint/2010/main" val="3962121903"/>
              </p:ext>
            </p:extLst>
          </p:nvPr>
        </p:nvGraphicFramePr>
        <p:xfrm>
          <a:off x="3434260" y="362221"/>
          <a:ext cx="8421168" cy="6000583"/>
        </p:xfrm>
        <a:graphic>
          <a:graphicData uri="http://schemas.openxmlformats.org/drawingml/2006/table">
            <a:tbl>
              <a:tblPr firstRow="1" bandRow="1">
                <a:tableStyleId>{00A15C55-8517-42AA-B614-E9B94910E393}</a:tableStyleId>
              </a:tblPr>
              <a:tblGrid>
                <a:gridCol w="872174">
                  <a:extLst>
                    <a:ext uri="{9D8B030D-6E8A-4147-A177-3AD203B41FA5}">
                      <a16:colId xmlns:a16="http://schemas.microsoft.com/office/drawing/2014/main" val="2369256693"/>
                    </a:ext>
                  </a:extLst>
                </a:gridCol>
                <a:gridCol w="744151">
                  <a:extLst>
                    <a:ext uri="{9D8B030D-6E8A-4147-A177-3AD203B41FA5}">
                      <a16:colId xmlns:a16="http://schemas.microsoft.com/office/drawing/2014/main" val="3969762593"/>
                    </a:ext>
                  </a:extLst>
                </a:gridCol>
                <a:gridCol w="678004">
                  <a:extLst>
                    <a:ext uri="{9D8B030D-6E8A-4147-A177-3AD203B41FA5}">
                      <a16:colId xmlns:a16="http://schemas.microsoft.com/office/drawing/2014/main" val="1736981839"/>
                    </a:ext>
                  </a:extLst>
                </a:gridCol>
                <a:gridCol w="686272">
                  <a:extLst>
                    <a:ext uri="{9D8B030D-6E8A-4147-A177-3AD203B41FA5}">
                      <a16:colId xmlns:a16="http://schemas.microsoft.com/office/drawing/2014/main" val="3684497054"/>
                    </a:ext>
                  </a:extLst>
                </a:gridCol>
                <a:gridCol w="1645400">
                  <a:extLst>
                    <a:ext uri="{9D8B030D-6E8A-4147-A177-3AD203B41FA5}">
                      <a16:colId xmlns:a16="http://schemas.microsoft.com/office/drawing/2014/main" val="3173918019"/>
                    </a:ext>
                  </a:extLst>
                </a:gridCol>
                <a:gridCol w="3795167">
                  <a:extLst>
                    <a:ext uri="{9D8B030D-6E8A-4147-A177-3AD203B41FA5}">
                      <a16:colId xmlns:a16="http://schemas.microsoft.com/office/drawing/2014/main" val="410564061"/>
                    </a:ext>
                  </a:extLst>
                </a:gridCol>
              </a:tblGrid>
              <a:tr h="900214">
                <a:tc>
                  <a:txBody>
                    <a:bodyPr/>
                    <a:lstStyle/>
                    <a:p>
                      <a:pPr algn="l">
                        <a:lnSpc>
                          <a:spcPct val="150000"/>
                        </a:lnSpc>
                      </a:pPr>
                      <a:r>
                        <a:rPr lang="en-US" sz="1600" dirty="0">
                          <a:solidFill>
                            <a:sysClr val="windowText" lastClr="000000"/>
                          </a:solidFill>
                        </a:rPr>
                        <a:t>S</a:t>
                      </a:r>
                      <a:r>
                        <a:rPr lang="en-US" sz="1600" baseline="-25000" dirty="0">
                          <a:solidFill>
                            <a:sysClr val="windowText" lastClr="000000"/>
                          </a:solidFill>
                        </a:rPr>
                        <a:t>1</a:t>
                      </a:r>
                    </a:p>
                  </a:txBody>
                  <a:tcPr/>
                </a:tc>
                <a:tc>
                  <a:txBody>
                    <a:bodyPr/>
                    <a:lstStyle/>
                    <a:p>
                      <a:pPr algn="l">
                        <a:lnSpc>
                          <a:spcPct val="150000"/>
                        </a:lnSpc>
                      </a:pPr>
                      <a:r>
                        <a:rPr lang="en-US" sz="1600" dirty="0">
                          <a:solidFill>
                            <a:sysClr val="windowText" lastClr="000000"/>
                          </a:solidFill>
                        </a:rPr>
                        <a:t>S</a:t>
                      </a:r>
                      <a:r>
                        <a:rPr lang="en-US" sz="1600" baseline="-25000" dirty="0">
                          <a:solidFill>
                            <a:sysClr val="windowText" lastClr="000000"/>
                          </a:solidFill>
                        </a:rPr>
                        <a:t>0</a:t>
                      </a:r>
                      <a:endParaRPr lang="en-US" sz="1600" dirty="0">
                        <a:solidFill>
                          <a:sysClr val="windowText" lastClr="000000"/>
                        </a:solidFill>
                      </a:endParaRPr>
                    </a:p>
                  </a:txBody>
                  <a:tcPr/>
                </a:tc>
                <a:tc>
                  <a:txBody>
                    <a:bodyPr/>
                    <a:lstStyle/>
                    <a:p>
                      <a:pPr algn="l">
                        <a:lnSpc>
                          <a:spcPct val="150000"/>
                        </a:lnSpc>
                      </a:pPr>
                      <a:r>
                        <a:rPr lang="en-US" sz="1600" baseline="0" dirty="0">
                          <a:solidFill>
                            <a:sysClr val="windowText" lastClr="000000"/>
                          </a:solidFill>
                        </a:rPr>
                        <a:t>C</a:t>
                      </a:r>
                      <a:r>
                        <a:rPr lang="en-US" sz="1600" baseline="-25000" dirty="0">
                          <a:solidFill>
                            <a:sysClr val="windowText" lastClr="000000"/>
                          </a:solidFill>
                        </a:rPr>
                        <a:t>in</a:t>
                      </a:r>
                      <a:endParaRPr lang="en-US" sz="1600" dirty="0">
                        <a:solidFill>
                          <a:sysClr val="windowText" lastClr="000000"/>
                        </a:solidFill>
                      </a:endParaRPr>
                    </a:p>
                  </a:txBody>
                  <a:tcPr/>
                </a:tc>
                <a:tc>
                  <a:txBody>
                    <a:bodyPr/>
                    <a:lstStyle/>
                    <a:p>
                      <a:pPr algn="l">
                        <a:lnSpc>
                          <a:spcPct val="150000"/>
                        </a:lnSpc>
                      </a:pPr>
                      <a:r>
                        <a:rPr lang="en-US" sz="1600" dirty="0">
                          <a:solidFill>
                            <a:sysClr val="windowText" lastClr="000000"/>
                          </a:solidFill>
                        </a:rPr>
                        <a:t>Y</a:t>
                      </a:r>
                    </a:p>
                  </a:txBody>
                  <a:tcPr/>
                </a:tc>
                <a:tc>
                  <a:txBody>
                    <a:bodyPr/>
                    <a:lstStyle/>
                    <a:p>
                      <a:pPr algn="l">
                        <a:lnSpc>
                          <a:spcPct val="150000"/>
                        </a:lnSpc>
                      </a:pPr>
                      <a:r>
                        <a:rPr lang="en-US" sz="1600" dirty="0">
                          <a:solidFill>
                            <a:sysClr val="windowText" lastClr="000000"/>
                          </a:solidFill>
                        </a:rPr>
                        <a:t>D = A + Y + C</a:t>
                      </a:r>
                      <a:r>
                        <a:rPr lang="en-US" sz="1600" baseline="-25000" dirty="0">
                          <a:solidFill>
                            <a:sysClr val="windowText" lastClr="000000"/>
                          </a:solidFill>
                        </a:rPr>
                        <a:t>in</a:t>
                      </a:r>
                      <a:endParaRPr lang="en-US" sz="1600" i="1" baseline="-25000" dirty="0">
                        <a:solidFill>
                          <a:sysClr val="windowText" lastClr="000000"/>
                        </a:solidFill>
                      </a:endParaRPr>
                    </a:p>
                  </a:txBody>
                  <a:tcPr/>
                </a:tc>
                <a:tc>
                  <a:txBody>
                    <a:bodyPr/>
                    <a:lstStyle/>
                    <a:p>
                      <a:pPr algn="l">
                        <a:lnSpc>
                          <a:spcPct val="150000"/>
                        </a:lnSpc>
                      </a:pPr>
                      <a:r>
                        <a:rPr lang="en-US" sz="1600" dirty="0">
                          <a:solidFill>
                            <a:sysClr val="windowText" lastClr="000000"/>
                          </a:solidFill>
                        </a:rPr>
                        <a:t>Microoperation</a:t>
                      </a:r>
                    </a:p>
                  </a:txBody>
                  <a:tcPr/>
                </a:tc>
                <a:extLst>
                  <a:ext uri="{0D108BD9-81ED-4DB2-BD59-A6C34878D82A}">
                    <a16:rowId xmlns:a16="http://schemas.microsoft.com/office/drawing/2014/main" val="2765162820"/>
                  </a:ext>
                </a:extLst>
              </a:tr>
              <a:tr h="484444">
                <a:tc>
                  <a:txBody>
                    <a:bodyPr/>
                    <a:lstStyle/>
                    <a:p>
                      <a:pPr algn="ctr">
                        <a:lnSpc>
                          <a:spcPct val="150000"/>
                        </a:lnSpc>
                      </a:pPr>
                      <a:r>
                        <a:rPr lang="en-US" sz="1600" b="1" dirty="0"/>
                        <a:t>0</a:t>
                      </a:r>
                      <a:endParaRPr lang="en-US" sz="1600" b="1" i="0" dirty="0"/>
                    </a:p>
                  </a:txBody>
                  <a:tcPr/>
                </a:tc>
                <a:tc>
                  <a:txBody>
                    <a:bodyPr/>
                    <a:lstStyle/>
                    <a:p>
                      <a:pPr algn="ctr">
                        <a:lnSpc>
                          <a:spcPct val="150000"/>
                        </a:lnSpc>
                      </a:pPr>
                      <a:r>
                        <a:rPr lang="en-US" sz="1600" b="1" dirty="0"/>
                        <a:t>0</a:t>
                      </a:r>
                      <a:endParaRPr lang="en-US" sz="1600" b="1" i="0" dirty="0"/>
                    </a:p>
                  </a:txBody>
                  <a:tcPr/>
                </a:tc>
                <a:tc>
                  <a:txBody>
                    <a:bodyPr/>
                    <a:lstStyle/>
                    <a:p>
                      <a:pPr algn="ctr">
                        <a:lnSpc>
                          <a:spcPct val="150000"/>
                        </a:lnSpc>
                      </a:pPr>
                      <a:r>
                        <a:rPr lang="en-US" sz="1600" b="1" dirty="0"/>
                        <a:t>0</a:t>
                      </a:r>
                      <a:endParaRPr lang="en-US" sz="1600" b="1" i="0" dirty="0"/>
                    </a:p>
                  </a:txBody>
                  <a:tcPr/>
                </a:tc>
                <a:tc>
                  <a:txBody>
                    <a:bodyPr/>
                    <a:lstStyle/>
                    <a:p>
                      <a:pPr algn="ctr">
                        <a:lnSpc>
                          <a:spcPct val="150000"/>
                        </a:lnSpc>
                      </a:pPr>
                      <a:r>
                        <a:rPr lang="en-US" sz="1600" b="1" dirty="0"/>
                        <a:t>B</a:t>
                      </a:r>
                      <a:endParaRPr lang="en-US" sz="1600" b="1" i="0" dirty="0"/>
                    </a:p>
                  </a:txBody>
                  <a:tcPr/>
                </a:tc>
                <a:tc>
                  <a:txBody>
                    <a:bodyPr/>
                    <a:lstStyle/>
                    <a:p>
                      <a:pPr algn="l">
                        <a:lnSpc>
                          <a:spcPct val="150000"/>
                        </a:lnSpc>
                      </a:pPr>
                      <a:r>
                        <a:rPr lang="en-US" sz="1600" b="1" dirty="0"/>
                        <a:t>D</a:t>
                      </a:r>
                      <a:r>
                        <a:rPr lang="en-US" sz="1600" b="1" baseline="0" dirty="0"/>
                        <a:t> = A + B</a:t>
                      </a:r>
                      <a:endParaRPr lang="en-US" sz="1600" b="1" i="0" dirty="0"/>
                    </a:p>
                  </a:txBody>
                  <a:tcPr/>
                </a:tc>
                <a:tc>
                  <a:txBody>
                    <a:bodyPr/>
                    <a:lstStyle/>
                    <a:p>
                      <a:pPr algn="l">
                        <a:lnSpc>
                          <a:spcPct val="150000"/>
                        </a:lnSpc>
                      </a:pPr>
                      <a:r>
                        <a:rPr lang="en-US" sz="1600" b="1" dirty="0"/>
                        <a:t>Add</a:t>
                      </a:r>
                    </a:p>
                  </a:txBody>
                  <a:tcPr/>
                </a:tc>
                <a:extLst>
                  <a:ext uri="{0D108BD9-81ED-4DB2-BD59-A6C34878D82A}">
                    <a16:rowId xmlns:a16="http://schemas.microsoft.com/office/drawing/2014/main" val="4091127538"/>
                  </a:ext>
                </a:extLst>
              </a:tr>
              <a:tr h="900214">
                <a:tc>
                  <a:txBody>
                    <a:bodyPr/>
                    <a:lstStyle/>
                    <a:p>
                      <a:pPr algn="ctr">
                        <a:lnSpc>
                          <a:spcPct val="150000"/>
                        </a:lnSpc>
                      </a:pPr>
                      <a:r>
                        <a:rPr lang="en-US" sz="1600" b="1" dirty="0"/>
                        <a:t>0</a:t>
                      </a:r>
                      <a:endParaRPr lang="en-US" sz="1600" b="1" i="0" dirty="0"/>
                    </a:p>
                  </a:txBody>
                  <a:tcPr/>
                </a:tc>
                <a:tc>
                  <a:txBody>
                    <a:bodyPr/>
                    <a:lstStyle/>
                    <a:p>
                      <a:pPr algn="ctr">
                        <a:lnSpc>
                          <a:spcPct val="150000"/>
                        </a:lnSpc>
                      </a:pPr>
                      <a:r>
                        <a:rPr lang="en-US" sz="1600" b="1" dirty="0"/>
                        <a:t>0</a:t>
                      </a:r>
                      <a:endParaRPr lang="en-US" sz="1600" b="1" i="0" dirty="0"/>
                    </a:p>
                  </a:txBody>
                  <a:tcPr/>
                </a:tc>
                <a:tc>
                  <a:txBody>
                    <a:bodyPr/>
                    <a:lstStyle/>
                    <a:p>
                      <a:pPr algn="ctr">
                        <a:lnSpc>
                          <a:spcPct val="150000"/>
                        </a:lnSpc>
                      </a:pPr>
                      <a:r>
                        <a:rPr lang="en-US" sz="1600" b="1" dirty="0"/>
                        <a:t>1</a:t>
                      </a:r>
                      <a:endParaRPr lang="en-US" sz="1600" b="1" i="0" dirty="0"/>
                    </a:p>
                  </a:txBody>
                  <a:tcPr/>
                </a:tc>
                <a:tc>
                  <a:txBody>
                    <a:bodyPr/>
                    <a:lstStyle/>
                    <a:p>
                      <a:pPr algn="ctr">
                        <a:lnSpc>
                          <a:spcPct val="150000"/>
                        </a:lnSpc>
                      </a:pPr>
                      <a:r>
                        <a:rPr lang="en-US" sz="1600" b="1"/>
                        <a:t>B</a:t>
                      </a:r>
                      <a:endParaRPr lang="en-US" sz="1600" b="1" i="0"/>
                    </a:p>
                  </a:txBody>
                  <a:tcPr/>
                </a:tc>
                <a:tc>
                  <a:txBody>
                    <a:bodyPr/>
                    <a:lstStyle/>
                    <a:p>
                      <a:pPr algn="l">
                        <a:lnSpc>
                          <a:spcPct val="150000"/>
                        </a:lnSpc>
                      </a:pPr>
                      <a:r>
                        <a:rPr lang="en-US" sz="1600" b="1" dirty="0"/>
                        <a:t>D</a:t>
                      </a:r>
                      <a:r>
                        <a:rPr lang="en-US" sz="1600" b="1" baseline="0" dirty="0"/>
                        <a:t> = A + B + 1</a:t>
                      </a:r>
                      <a:endParaRPr lang="en-US" sz="1600" b="1" i="0" dirty="0"/>
                    </a:p>
                  </a:txBody>
                  <a:tcPr/>
                </a:tc>
                <a:tc>
                  <a:txBody>
                    <a:bodyPr/>
                    <a:lstStyle/>
                    <a:p>
                      <a:pPr algn="l">
                        <a:lnSpc>
                          <a:spcPct val="150000"/>
                        </a:lnSpc>
                      </a:pPr>
                      <a:r>
                        <a:rPr lang="en-US" sz="1600" b="1" dirty="0"/>
                        <a:t>Add with carry</a:t>
                      </a:r>
                    </a:p>
                  </a:txBody>
                  <a:tcPr/>
                </a:tc>
                <a:extLst>
                  <a:ext uri="{0D108BD9-81ED-4DB2-BD59-A6C34878D82A}">
                    <a16:rowId xmlns:a16="http://schemas.microsoft.com/office/drawing/2014/main" val="2421313430"/>
                  </a:ext>
                </a:extLst>
              </a:tr>
              <a:tr h="900214">
                <a:tc>
                  <a:txBody>
                    <a:bodyPr/>
                    <a:lstStyle/>
                    <a:p>
                      <a:pPr algn="ctr">
                        <a:lnSpc>
                          <a:spcPct val="150000"/>
                        </a:lnSpc>
                      </a:pPr>
                      <a:r>
                        <a:rPr lang="en-US" sz="1600" b="1" dirty="0"/>
                        <a:t>0</a:t>
                      </a:r>
                      <a:endParaRPr lang="en-US" sz="1600" b="1" i="0" dirty="0"/>
                    </a:p>
                  </a:txBody>
                  <a:tcPr/>
                </a:tc>
                <a:tc>
                  <a:txBody>
                    <a:bodyPr/>
                    <a:lstStyle/>
                    <a:p>
                      <a:pPr algn="ctr">
                        <a:lnSpc>
                          <a:spcPct val="150000"/>
                        </a:lnSpc>
                      </a:pPr>
                      <a:r>
                        <a:rPr lang="en-US" sz="1600" b="1" dirty="0"/>
                        <a:t>1</a:t>
                      </a:r>
                      <a:endParaRPr lang="en-US" sz="1600" b="1" i="0" dirty="0"/>
                    </a:p>
                  </a:txBody>
                  <a:tcPr/>
                </a:tc>
                <a:tc>
                  <a:txBody>
                    <a:bodyPr/>
                    <a:lstStyle/>
                    <a:p>
                      <a:pPr algn="ctr">
                        <a:lnSpc>
                          <a:spcPct val="150000"/>
                        </a:lnSpc>
                      </a:pPr>
                      <a:r>
                        <a:rPr lang="en-US" sz="1600" b="1" dirty="0"/>
                        <a:t>0</a:t>
                      </a:r>
                      <a:endParaRPr lang="en-US" sz="1600" b="1" i="0" dirty="0"/>
                    </a:p>
                  </a:txBody>
                  <a:tcPr/>
                </a:tc>
                <a:tc>
                  <a:txBody>
                    <a:bodyPr/>
                    <a:lstStyle/>
                    <a:p>
                      <a:pPr algn="ctr">
                        <a:lnSpc>
                          <a:spcPct val="150000"/>
                        </a:lnSpc>
                      </a:pPr>
                      <a:r>
                        <a:rPr lang="en-US" sz="1600" b="1" dirty="0"/>
                        <a:t>B’</a:t>
                      </a:r>
                      <a:endParaRPr lang="en-US" sz="1600" b="1" i="0" dirty="0"/>
                    </a:p>
                  </a:txBody>
                  <a:tcPr/>
                </a:tc>
                <a:tc>
                  <a:txBody>
                    <a:bodyPr/>
                    <a:lstStyle/>
                    <a:p>
                      <a:pPr algn="l">
                        <a:lnSpc>
                          <a:spcPct val="150000"/>
                        </a:lnSpc>
                      </a:pPr>
                      <a:r>
                        <a:rPr lang="en-US" sz="1600" b="1" dirty="0"/>
                        <a:t>D</a:t>
                      </a:r>
                      <a:r>
                        <a:rPr lang="en-US" sz="1600" b="1" baseline="0" dirty="0"/>
                        <a:t> = A + B’</a:t>
                      </a:r>
                      <a:endParaRPr lang="en-US" sz="1600" b="1" i="0" dirty="0"/>
                    </a:p>
                  </a:txBody>
                  <a:tcPr/>
                </a:tc>
                <a:tc>
                  <a:txBody>
                    <a:bodyPr/>
                    <a:lstStyle/>
                    <a:p>
                      <a:pPr algn="l">
                        <a:lnSpc>
                          <a:spcPct val="150000"/>
                        </a:lnSpc>
                      </a:pPr>
                      <a:r>
                        <a:rPr lang="en-US" sz="1600" b="1" dirty="0"/>
                        <a:t>Subtract with borrow</a:t>
                      </a:r>
                    </a:p>
                  </a:txBody>
                  <a:tcPr/>
                </a:tc>
                <a:extLst>
                  <a:ext uri="{0D108BD9-81ED-4DB2-BD59-A6C34878D82A}">
                    <a16:rowId xmlns:a16="http://schemas.microsoft.com/office/drawing/2014/main" val="4243918066"/>
                  </a:ext>
                </a:extLst>
              </a:tr>
              <a:tr h="900214">
                <a:tc>
                  <a:txBody>
                    <a:bodyPr/>
                    <a:lstStyle/>
                    <a:p>
                      <a:pPr algn="ctr">
                        <a:lnSpc>
                          <a:spcPct val="150000"/>
                        </a:lnSpc>
                      </a:pPr>
                      <a:r>
                        <a:rPr lang="en-US" sz="1600" b="1" dirty="0"/>
                        <a:t>0</a:t>
                      </a:r>
                      <a:endParaRPr lang="en-US" sz="1600" b="1" i="0" dirty="0"/>
                    </a:p>
                  </a:txBody>
                  <a:tcPr/>
                </a:tc>
                <a:tc>
                  <a:txBody>
                    <a:bodyPr/>
                    <a:lstStyle/>
                    <a:p>
                      <a:pPr algn="ctr">
                        <a:lnSpc>
                          <a:spcPct val="150000"/>
                        </a:lnSpc>
                      </a:pPr>
                      <a:r>
                        <a:rPr lang="en-US" sz="1600" b="1" dirty="0"/>
                        <a:t>1</a:t>
                      </a:r>
                      <a:endParaRPr lang="en-US" sz="1600" b="1" i="0" dirty="0"/>
                    </a:p>
                  </a:txBody>
                  <a:tcPr/>
                </a:tc>
                <a:tc>
                  <a:txBody>
                    <a:bodyPr/>
                    <a:lstStyle/>
                    <a:p>
                      <a:pPr algn="ctr">
                        <a:lnSpc>
                          <a:spcPct val="150000"/>
                        </a:lnSpc>
                      </a:pPr>
                      <a:r>
                        <a:rPr lang="en-US" sz="1600" b="1" dirty="0"/>
                        <a:t>1</a:t>
                      </a:r>
                      <a:endParaRPr lang="en-US" sz="1600" b="1" i="0" dirty="0"/>
                    </a:p>
                  </a:txBody>
                  <a:tcPr/>
                </a:tc>
                <a:tc>
                  <a:txBody>
                    <a:bodyPr/>
                    <a:lstStyle/>
                    <a:p>
                      <a:pPr algn="ctr">
                        <a:lnSpc>
                          <a:spcPct val="150000"/>
                        </a:lnSpc>
                      </a:pPr>
                      <a:r>
                        <a:rPr lang="en-US" sz="1600" b="1" dirty="0"/>
                        <a:t>B’</a:t>
                      </a:r>
                      <a:endParaRPr lang="en-US" sz="1600" b="1" i="0" dirty="0"/>
                    </a:p>
                  </a:txBody>
                  <a:tcPr/>
                </a:tc>
                <a:tc>
                  <a:txBody>
                    <a:bodyPr/>
                    <a:lstStyle/>
                    <a:p>
                      <a:pPr algn="l">
                        <a:lnSpc>
                          <a:spcPct val="150000"/>
                        </a:lnSpc>
                      </a:pPr>
                      <a:r>
                        <a:rPr lang="en-US" sz="1600" b="1" dirty="0"/>
                        <a:t>D</a:t>
                      </a:r>
                      <a:r>
                        <a:rPr lang="en-US" sz="1600" b="1" baseline="0" dirty="0"/>
                        <a:t> = A + B’ + 1</a:t>
                      </a:r>
                      <a:endParaRPr lang="en-US" sz="1600" b="1" i="0" dirty="0"/>
                    </a:p>
                  </a:txBody>
                  <a:tcPr/>
                </a:tc>
                <a:tc>
                  <a:txBody>
                    <a:bodyPr/>
                    <a:lstStyle/>
                    <a:p>
                      <a:pPr algn="l">
                        <a:lnSpc>
                          <a:spcPct val="150000"/>
                        </a:lnSpc>
                      </a:pPr>
                      <a:r>
                        <a:rPr lang="en-US" sz="1600" b="1" dirty="0"/>
                        <a:t>Subtract</a:t>
                      </a:r>
                    </a:p>
                  </a:txBody>
                  <a:tcPr/>
                </a:tc>
                <a:extLst>
                  <a:ext uri="{0D108BD9-81ED-4DB2-BD59-A6C34878D82A}">
                    <a16:rowId xmlns:a16="http://schemas.microsoft.com/office/drawing/2014/main" val="82295802"/>
                  </a:ext>
                </a:extLst>
              </a:tr>
              <a:tr h="461951">
                <a:tc>
                  <a:txBody>
                    <a:bodyPr/>
                    <a:lstStyle/>
                    <a:p>
                      <a:pPr algn="ctr">
                        <a:lnSpc>
                          <a:spcPct val="150000"/>
                        </a:lnSpc>
                      </a:pPr>
                      <a:r>
                        <a:rPr lang="en-US" sz="1600" b="1" dirty="0"/>
                        <a:t>1</a:t>
                      </a:r>
                      <a:endParaRPr lang="en-US" sz="1600" b="1" i="0" dirty="0"/>
                    </a:p>
                  </a:txBody>
                  <a:tcPr/>
                </a:tc>
                <a:tc>
                  <a:txBody>
                    <a:bodyPr/>
                    <a:lstStyle/>
                    <a:p>
                      <a:pPr algn="ctr">
                        <a:lnSpc>
                          <a:spcPct val="150000"/>
                        </a:lnSpc>
                      </a:pPr>
                      <a:r>
                        <a:rPr lang="en-US" sz="1600" b="1" dirty="0"/>
                        <a:t>0</a:t>
                      </a:r>
                      <a:endParaRPr lang="en-US" sz="1600" b="1" i="0" dirty="0"/>
                    </a:p>
                  </a:txBody>
                  <a:tcPr/>
                </a:tc>
                <a:tc>
                  <a:txBody>
                    <a:bodyPr/>
                    <a:lstStyle/>
                    <a:p>
                      <a:pPr algn="ctr">
                        <a:lnSpc>
                          <a:spcPct val="150000"/>
                        </a:lnSpc>
                      </a:pPr>
                      <a:r>
                        <a:rPr lang="en-US" sz="1600" b="1" dirty="0"/>
                        <a:t>0</a:t>
                      </a:r>
                      <a:endParaRPr lang="en-US" sz="1600" b="1" i="0" dirty="0"/>
                    </a:p>
                  </a:txBody>
                  <a:tcPr/>
                </a:tc>
                <a:tc>
                  <a:txBody>
                    <a:bodyPr/>
                    <a:lstStyle/>
                    <a:p>
                      <a:pPr algn="ctr">
                        <a:lnSpc>
                          <a:spcPct val="150000"/>
                        </a:lnSpc>
                      </a:pPr>
                      <a:r>
                        <a:rPr lang="en-US" sz="1600" b="1"/>
                        <a:t>0</a:t>
                      </a:r>
                      <a:endParaRPr lang="en-US" sz="1600" b="1" i="0"/>
                    </a:p>
                  </a:txBody>
                  <a:tcPr/>
                </a:tc>
                <a:tc>
                  <a:txBody>
                    <a:bodyPr/>
                    <a:lstStyle/>
                    <a:p>
                      <a:pPr algn="l">
                        <a:lnSpc>
                          <a:spcPct val="150000"/>
                        </a:lnSpc>
                      </a:pPr>
                      <a:r>
                        <a:rPr lang="en-US" sz="1600" b="1" dirty="0"/>
                        <a:t>D</a:t>
                      </a:r>
                      <a:r>
                        <a:rPr lang="en-US" sz="1600" b="1" baseline="0" dirty="0"/>
                        <a:t> = A</a:t>
                      </a:r>
                      <a:endParaRPr lang="en-US" sz="1600" b="1" i="0" dirty="0"/>
                    </a:p>
                  </a:txBody>
                  <a:tcPr/>
                </a:tc>
                <a:tc>
                  <a:txBody>
                    <a:bodyPr/>
                    <a:lstStyle/>
                    <a:p>
                      <a:pPr algn="l">
                        <a:lnSpc>
                          <a:spcPct val="150000"/>
                        </a:lnSpc>
                      </a:pPr>
                      <a:r>
                        <a:rPr lang="en-US" sz="1600" b="1" dirty="0"/>
                        <a:t>Transfer</a:t>
                      </a:r>
                    </a:p>
                  </a:txBody>
                  <a:tcPr/>
                </a:tc>
                <a:extLst>
                  <a:ext uri="{0D108BD9-81ED-4DB2-BD59-A6C34878D82A}">
                    <a16:rowId xmlns:a16="http://schemas.microsoft.com/office/drawing/2014/main" val="3092322469"/>
                  </a:ext>
                </a:extLst>
              </a:tr>
              <a:tr h="484444">
                <a:tc>
                  <a:txBody>
                    <a:bodyPr/>
                    <a:lstStyle/>
                    <a:p>
                      <a:pPr algn="ctr">
                        <a:lnSpc>
                          <a:spcPct val="150000"/>
                        </a:lnSpc>
                      </a:pPr>
                      <a:r>
                        <a:rPr lang="en-US" sz="1600" b="1" dirty="0"/>
                        <a:t>1</a:t>
                      </a:r>
                      <a:endParaRPr lang="en-US" sz="1600" b="1" i="0" dirty="0"/>
                    </a:p>
                  </a:txBody>
                  <a:tcPr/>
                </a:tc>
                <a:tc>
                  <a:txBody>
                    <a:bodyPr/>
                    <a:lstStyle/>
                    <a:p>
                      <a:pPr algn="ctr">
                        <a:lnSpc>
                          <a:spcPct val="150000"/>
                        </a:lnSpc>
                      </a:pPr>
                      <a:r>
                        <a:rPr lang="en-US" sz="1600" b="1" dirty="0"/>
                        <a:t>0</a:t>
                      </a:r>
                      <a:endParaRPr lang="en-US" sz="1600" b="1" i="0" dirty="0"/>
                    </a:p>
                  </a:txBody>
                  <a:tcPr/>
                </a:tc>
                <a:tc>
                  <a:txBody>
                    <a:bodyPr/>
                    <a:lstStyle/>
                    <a:p>
                      <a:pPr algn="ctr">
                        <a:lnSpc>
                          <a:spcPct val="150000"/>
                        </a:lnSpc>
                      </a:pPr>
                      <a:r>
                        <a:rPr lang="en-US" sz="1600" b="1"/>
                        <a:t>1</a:t>
                      </a:r>
                      <a:endParaRPr lang="en-US" sz="1600" b="1" i="0"/>
                    </a:p>
                  </a:txBody>
                  <a:tcPr/>
                </a:tc>
                <a:tc>
                  <a:txBody>
                    <a:bodyPr/>
                    <a:lstStyle/>
                    <a:p>
                      <a:pPr algn="ctr">
                        <a:lnSpc>
                          <a:spcPct val="150000"/>
                        </a:lnSpc>
                      </a:pPr>
                      <a:r>
                        <a:rPr lang="en-US" sz="1600" b="1" dirty="0"/>
                        <a:t>0</a:t>
                      </a:r>
                      <a:endParaRPr lang="en-US" sz="1600" b="1" i="0" dirty="0"/>
                    </a:p>
                  </a:txBody>
                  <a:tcPr/>
                </a:tc>
                <a:tc>
                  <a:txBody>
                    <a:bodyPr/>
                    <a:lstStyle/>
                    <a:p>
                      <a:pPr algn="l">
                        <a:lnSpc>
                          <a:spcPct val="150000"/>
                        </a:lnSpc>
                      </a:pPr>
                      <a:r>
                        <a:rPr lang="en-US" sz="1600" b="1" dirty="0"/>
                        <a:t>D</a:t>
                      </a:r>
                      <a:r>
                        <a:rPr lang="en-US" sz="1600" b="1" baseline="0" dirty="0"/>
                        <a:t> = A + 1</a:t>
                      </a:r>
                      <a:endParaRPr lang="en-US" sz="1600" b="1" i="0" dirty="0"/>
                    </a:p>
                  </a:txBody>
                  <a:tcPr/>
                </a:tc>
                <a:tc>
                  <a:txBody>
                    <a:bodyPr/>
                    <a:lstStyle/>
                    <a:p>
                      <a:pPr algn="l">
                        <a:lnSpc>
                          <a:spcPct val="150000"/>
                        </a:lnSpc>
                      </a:pPr>
                      <a:r>
                        <a:rPr lang="en-US" sz="1600" b="1" dirty="0"/>
                        <a:t>Increment A</a:t>
                      </a:r>
                    </a:p>
                  </a:txBody>
                  <a:tcPr/>
                </a:tc>
                <a:extLst>
                  <a:ext uri="{0D108BD9-81ED-4DB2-BD59-A6C34878D82A}">
                    <a16:rowId xmlns:a16="http://schemas.microsoft.com/office/drawing/2014/main" val="2698533515"/>
                  </a:ext>
                </a:extLst>
              </a:tr>
              <a:tr h="484444">
                <a:tc>
                  <a:txBody>
                    <a:bodyPr/>
                    <a:lstStyle/>
                    <a:p>
                      <a:pPr algn="ctr">
                        <a:lnSpc>
                          <a:spcPct val="150000"/>
                        </a:lnSpc>
                      </a:pPr>
                      <a:r>
                        <a:rPr lang="en-US" sz="1600" b="1" dirty="0"/>
                        <a:t>1</a:t>
                      </a:r>
                      <a:endParaRPr lang="en-US" sz="1600" b="1" i="0" dirty="0"/>
                    </a:p>
                  </a:txBody>
                  <a:tcPr/>
                </a:tc>
                <a:tc>
                  <a:txBody>
                    <a:bodyPr/>
                    <a:lstStyle/>
                    <a:p>
                      <a:pPr algn="ctr">
                        <a:lnSpc>
                          <a:spcPct val="150000"/>
                        </a:lnSpc>
                      </a:pPr>
                      <a:r>
                        <a:rPr lang="en-US" sz="1600" b="1"/>
                        <a:t>1</a:t>
                      </a:r>
                      <a:endParaRPr lang="en-US" sz="1600" b="1" i="0"/>
                    </a:p>
                  </a:txBody>
                  <a:tcPr/>
                </a:tc>
                <a:tc>
                  <a:txBody>
                    <a:bodyPr/>
                    <a:lstStyle/>
                    <a:p>
                      <a:pPr algn="ctr">
                        <a:lnSpc>
                          <a:spcPct val="150000"/>
                        </a:lnSpc>
                      </a:pPr>
                      <a:r>
                        <a:rPr lang="en-US" sz="1600" b="1" dirty="0"/>
                        <a:t>0</a:t>
                      </a:r>
                      <a:endParaRPr lang="en-US" sz="1600" b="1" i="0" dirty="0"/>
                    </a:p>
                  </a:txBody>
                  <a:tcPr/>
                </a:tc>
                <a:tc>
                  <a:txBody>
                    <a:bodyPr/>
                    <a:lstStyle/>
                    <a:p>
                      <a:pPr algn="ctr">
                        <a:lnSpc>
                          <a:spcPct val="150000"/>
                        </a:lnSpc>
                      </a:pPr>
                      <a:r>
                        <a:rPr lang="en-US" sz="1600" b="1" dirty="0"/>
                        <a:t>1</a:t>
                      </a:r>
                      <a:endParaRPr lang="en-US" sz="1600" b="1" i="0" dirty="0"/>
                    </a:p>
                  </a:txBody>
                  <a:tcPr/>
                </a:tc>
                <a:tc>
                  <a:txBody>
                    <a:bodyPr/>
                    <a:lstStyle/>
                    <a:p>
                      <a:pPr algn="l">
                        <a:lnSpc>
                          <a:spcPct val="150000"/>
                        </a:lnSpc>
                      </a:pPr>
                      <a:r>
                        <a:rPr lang="en-US" sz="1600" b="1" dirty="0"/>
                        <a:t>D</a:t>
                      </a:r>
                      <a:r>
                        <a:rPr lang="en-US" sz="1600" b="1" baseline="0" dirty="0"/>
                        <a:t> = A – 1</a:t>
                      </a:r>
                      <a:endParaRPr lang="en-US" sz="1600" b="1" i="0" dirty="0"/>
                    </a:p>
                  </a:txBody>
                  <a:tcPr/>
                </a:tc>
                <a:tc>
                  <a:txBody>
                    <a:bodyPr/>
                    <a:lstStyle/>
                    <a:p>
                      <a:pPr algn="l">
                        <a:lnSpc>
                          <a:spcPct val="150000"/>
                        </a:lnSpc>
                      </a:pPr>
                      <a:r>
                        <a:rPr lang="en-US" sz="1600" b="1" dirty="0"/>
                        <a:t>Decrement A</a:t>
                      </a:r>
                    </a:p>
                  </a:txBody>
                  <a:tcPr/>
                </a:tc>
                <a:extLst>
                  <a:ext uri="{0D108BD9-81ED-4DB2-BD59-A6C34878D82A}">
                    <a16:rowId xmlns:a16="http://schemas.microsoft.com/office/drawing/2014/main" val="1789605918"/>
                  </a:ext>
                </a:extLst>
              </a:tr>
              <a:tr h="484444">
                <a:tc>
                  <a:txBody>
                    <a:bodyPr/>
                    <a:lstStyle/>
                    <a:p>
                      <a:pPr algn="ctr">
                        <a:lnSpc>
                          <a:spcPct val="150000"/>
                        </a:lnSpc>
                      </a:pPr>
                      <a:r>
                        <a:rPr lang="en-US" sz="1600" b="1" dirty="0"/>
                        <a:t>1</a:t>
                      </a:r>
                      <a:endParaRPr lang="en-US" sz="1600" b="1" i="0" dirty="0"/>
                    </a:p>
                  </a:txBody>
                  <a:tcPr/>
                </a:tc>
                <a:tc>
                  <a:txBody>
                    <a:bodyPr/>
                    <a:lstStyle/>
                    <a:p>
                      <a:pPr algn="ctr">
                        <a:lnSpc>
                          <a:spcPct val="150000"/>
                        </a:lnSpc>
                      </a:pPr>
                      <a:r>
                        <a:rPr lang="en-US" sz="1600" b="1" dirty="0"/>
                        <a:t>1</a:t>
                      </a:r>
                      <a:endParaRPr lang="en-US" sz="1600" b="1" i="0" dirty="0"/>
                    </a:p>
                  </a:txBody>
                  <a:tcPr/>
                </a:tc>
                <a:tc>
                  <a:txBody>
                    <a:bodyPr/>
                    <a:lstStyle/>
                    <a:p>
                      <a:pPr algn="ctr">
                        <a:lnSpc>
                          <a:spcPct val="150000"/>
                        </a:lnSpc>
                      </a:pPr>
                      <a:r>
                        <a:rPr lang="en-US" sz="1600" b="1" dirty="0"/>
                        <a:t>1</a:t>
                      </a:r>
                      <a:endParaRPr lang="en-US" sz="1600" b="1" i="0" dirty="0"/>
                    </a:p>
                  </a:txBody>
                  <a:tcPr/>
                </a:tc>
                <a:tc>
                  <a:txBody>
                    <a:bodyPr/>
                    <a:lstStyle/>
                    <a:p>
                      <a:pPr algn="ctr">
                        <a:lnSpc>
                          <a:spcPct val="150000"/>
                        </a:lnSpc>
                      </a:pPr>
                      <a:r>
                        <a:rPr lang="en-US" sz="1600" b="1" dirty="0"/>
                        <a:t>1</a:t>
                      </a:r>
                      <a:endParaRPr lang="en-US" sz="1600" b="1" i="0" dirty="0"/>
                    </a:p>
                  </a:txBody>
                  <a:tcPr/>
                </a:tc>
                <a:tc>
                  <a:txBody>
                    <a:bodyPr/>
                    <a:lstStyle/>
                    <a:p>
                      <a:pPr algn="l">
                        <a:lnSpc>
                          <a:spcPct val="150000"/>
                        </a:lnSpc>
                      </a:pPr>
                      <a:r>
                        <a:rPr lang="en-US" sz="1600" b="1" dirty="0"/>
                        <a:t>D</a:t>
                      </a:r>
                      <a:r>
                        <a:rPr lang="en-US" sz="1600" b="1" baseline="0" dirty="0"/>
                        <a:t> = A</a:t>
                      </a:r>
                      <a:endParaRPr lang="en-US" sz="1600" b="1" i="0" dirty="0"/>
                    </a:p>
                  </a:txBody>
                  <a:tcPr/>
                </a:tc>
                <a:tc>
                  <a:txBody>
                    <a:bodyPr/>
                    <a:lstStyle/>
                    <a:p>
                      <a:pPr algn="l">
                        <a:lnSpc>
                          <a:spcPct val="150000"/>
                        </a:lnSpc>
                      </a:pPr>
                      <a:r>
                        <a:rPr lang="en-US" sz="1600" b="1" dirty="0"/>
                        <a:t>Transfer A</a:t>
                      </a:r>
                    </a:p>
                  </a:txBody>
                  <a:tcPr/>
                </a:tc>
                <a:extLst>
                  <a:ext uri="{0D108BD9-81ED-4DB2-BD59-A6C34878D82A}">
                    <a16:rowId xmlns:a16="http://schemas.microsoft.com/office/drawing/2014/main" val="2295621757"/>
                  </a:ext>
                </a:extLst>
              </a:tr>
            </a:tbl>
          </a:graphicData>
        </a:graphic>
      </p:graphicFrame>
    </p:spTree>
    <p:extLst>
      <p:ext uri="{BB962C8B-B14F-4D97-AF65-F5344CB8AC3E}">
        <p14:creationId xmlns:p14="http://schemas.microsoft.com/office/powerpoint/2010/main" val="24287972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F0DE-0001-75CE-10F8-08868B628EEE}"/>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138F165B-983E-7C5C-C0FB-565B35D8CAEF}"/>
              </a:ext>
            </a:extLst>
          </p:cNvPr>
          <p:cNvSpPr>
            <a:spLocks noGrp="1"/>
          </p:cNvSpPr>
          <p:nvPr>
            <p:ph type="title"/>
          </p:nvPr>
        </p:nvSpPr>
        <p:spPr>
          <a:xfrm>
            <a:off x="826009" y="199372"/>
            <a:ext cx="10036292" cy="773776"/>
          </a:xfrm>
        </p:spPr>
        <p:txBody>
          <a:bodyPr>
            <a:normAutofit fontScale="90000"/>
          </a:bodyPr>
          <a:lstStyle/>
          <a:p>
            <a:pPr algn="l" fontAlgn="base"/>
            <a:r>
              <a:rPr lang="en-US" b="1" i="0" dirty="0">
                <a:solidFill>
                  <a:srgbClr val="FFFFFF"/>
                </a:solidFill>
                <a:effectLst/>
                <a:latin typeface="+mn-lt"/>
              </a:rPr>
              <a:t>4 BIT LOGIC CIRCUIT</a:t>
            </a:r>
            <a:endParaRPr lang="en-IN" b="1" i="0" dirty="0">
              <a:solidFill>
                <a:srgbClr val="FFFFFF"/>
              </a:solidFill>
              <a:effectLst/>
              <a:latin typeface="+mn-lt"/>
            </a:endParaRPr>
          </a:p>
        </p:txBody>
      </p:sp>
      <p:sp>
        <p:nvSpPr>
          <p:cNvPr id="14" name="Text Placeholder 13">
            <a:extLst>
              <a:ext uri="{FF2B5EF4-FFF2-40B4-BE49-F238E27FC236}">
                <a16:creationId xmlns:a16="http://schemas.microsoft.com/office/drawing/2014/main" id="{9FA967FC-D2D5-F347-E092-D1886516A28A}"/>
              </a:ext>
            </a:extLst>
          </p:cNvPr>
          <p:cNvSpPr>
            <a:spLocks noGrp="1"/>
          </p:cNvSpPr>
          <p:nvPr>
            <p:ph type="body" sz="quarter" idx="14"/>
          </p:nvPr>
        </p:nvSpPr>
        <p:spPr>
          <a:xfrm flipV="1">
            <a:off x="1209243" y="1718420"/>
            <a:ext cx="45719" cy="45719"/>
          </a:xfrm>
        </p:spPr>
        <p:txBody>
          <a:bodyPr>
            <a:normAutofit fontScale="25000" lnSpcReduction="20000"/>
          </a:bodyPr>
          <a:lstStyle/>
          <a:p>
            <a:endParaRPr lang="en-US" dirty="0"/>
          </a:p>
        </p:txBody>
      </p:sp>
      <p:sp>
        <p:nvSpPr>
          <p:cNvPr id="13" name="Content Placeholder 12">
            <a:extLst>
              <a:ext uri="{FF2B5EF4-FFF2-40B4-BE49-F238E27FC236}">
                <a16:creationId xmlns:a16="http://schemas.microsoft.com/office/drawing/2014/main" id="{72C45370-E1D9-3F46-9CA1-D61CF4AADBB5}"/>
              </a:ext>
            </a:extLst>
          </p:cNvPr>
          <p:cNvSpPr>
            <a:spLocks noGrp="1"/>
          </p:cNvSpPr>
          <p:nvPr>
            <p:ph type="body" sz="quarter" idx="17"/>
          </p:nvPr>
        </p:nvSpPr>
        <p:spPr>
          <a:xfrm>
            <a:off x="657576" y="1140543"/>
            <a:ext cx="10373157" cy="5579662"/>
          </a:xfrm>
        </p:spPr>
        <p:txBody>
          <a:bodyPr>
            <a:noAutofit/>
          </a:bodyPr>
          <a:lstStyle/>
          <a:p>
            <a:pPr marL="457200" indent="-457200">
              <a:buFont typeface="Arial" panose="020B0604020202020204" pitchFamily="34" charset="0"/>
              <a:buChar char="•"/>
            </a:pPr>
            <a:endParaRPr lang="en-US" sz="1800" b="1" dirty="0">
              <a:latin typeface="Google Sans"/>
            </a:endParaRPr>
          </a:p>
        </p:txBody>
      </p:sp>
      <p:sp>
        <p:nvSpPr>
          <p:cNvPr id="16" name="Text Placeholder 15">
            <a:extLst>
              <a:ext uri="{FF2B5EF4-FFF2-40B4-BE49-F238E27FC236}">
                <a16:creationId xmlns:a16="http://schemas.microsoft.com/office/drawing/2014/main" id="{DB81B0B8-7A7A-D5D6-83BA-51A103B6E85B}"/>
              </a:ext>
            </a:extLst>
          </p:cNvPr>
          <p:cNvSpPr>
            <a:spLocks noGrp="1"/>
          </p:cNvSpPr>
          <p:nvPr>
            <p:ph type="body" sz="quarter" idx="16"/>
          </p:nvPr>
        </p:nvSpPr>
        <p:spPr>
          <a:xfrm flipH="1" flipV="1">
            <a:off x="11014180" y="1576416"/>
            <a:ext cx="45719" cy="187615"/>
          </a:xfrm>
        </p:spPr>
        <p:txBody>
          <a:bodyPr>
            <a:normAutofit fontScale="25000" lnSpcReduction="20000"/>
          </a:bodyPr>
          <a:lstStyle/>
          <a:p>
            <a:endParaRPr lang="en-US" dirty="0"/>
          </a:p>
        </p:txBody>
      </p:sp>
      <p:sp>
        <p:nvSpPr>
          <p:cNvPr id="15" name="Content Placeholder 14">
            <a:extLst>
              <a:ext uri="{FF2B5EF4-FFF2-40B4-BE49-F238E27FC236}">
                <a16:creationId xmlns:a16="http://schemas.microsoft.com/office/drawing/2014/main" id="{99DF2B7C-BBD7-0410-F56D-65EA0E147BF8}"/>
              </a:ext>
            </a:extLst>
          </p:cNvPr>
          <p:cNvSpPr>
            <a:spLocks noGrp="1"/>
          </p:cNvSpPr>
          <p:nvPr>
            <p:ph type="body" sz="quarter" idx="18"/>
          </p:nvPr>
        </p:nvSpPr>
        <p:spPr>
          <a:xfrm flipH="1">
            <a:off x="11700587" y="5694680"/>
            <a:ext cx="47585" cy="45719"/>
          </a:xfrm>
        </p:spPr>
        <p:txBody>
          <a:bodyPr>
            <a:normAutofit fontScale="25000" lnSpcReduction="20000"/>
          </a:bodyPr>
          <a:lstStyle/>
          <a:p>
            <a:endParaRPr lang="en-US" dirty="0"/>
          </a:p>
        </p:txBody>
      </p:sp>
      <p:sp>
        <p:nvSpPr>
          <p:cNvPr id="7" name="Footer Placeholder 6">
            <a:extLst>
              <a:ext uri="{FF2B5EF4-FFF2-40B4-BE49-F238E27FC236}">
                <a16:creationId xmlns:a16="http://schemas.microsoft.com/office/drawing/2014/main" id="{D6E58F5D-2981-60E2-A2B3-EC5558127957}"/>
              </a:ext>
            </a:extLst>
          </p:cNvPr>
          <p:cNvSpPr>
            <a:spLocks noGrp="1"/>
          </p:cNvSpPr>
          <p:nvPr>
            <p:ph type="ftr" sz="quarter" idx="11"/>
          </p:nvPr>
        </p:nvSpPr>
        <p:spPr>
          <a:xfrm>
            <a:off x="201168" y="6356350"/>
            <a:ext cx="4837176" cy="365125"/>
          </a:xfrm>
        </p:spPr>
        <p:txBody>
          <a:bodyPr/>
          <a:lstStyle/>
          <a:p>
            <a:pPr lvl="0"/>
            <a:endParaRPr lang="en-US" noProof="0" dirty="0"/>
          </a:p>
        </p:txBody>
      </p:sp>
      <p:sp>
        <p:nvSpPr>
          <p:cNvPr id="6" name="Date Placeholder 5">
            <a:extLst>
              <a:ext uri="{FF2B5EF4-FFF2-40B4-BE49-F238E27FC236}">
                <a16:creationId xmlns:a16="http://schemas.microsoft.com/office/drawing/2014/main" id="{9809F77C-4286-2D12-3D99-8906CAD19C0D}"/>
              </a:ext>
            </a:extLst>
          </p:cNvPr>
          <p:cNvSpPr>
            <a:spLocks noGrp="1"/>
          </p:cNvSpPr>
          <p:nvPr>
            <p:ph type="dt" sz="half" idx="10"/>
          </p:nvPr>
        </p:nvSpPr>
        <p:spPr>
          <a:xfrm>
            <a:off x="7013448" y="6355080"/>
            <a:ext cx="4352544" cy="365125"/>
          </a:xfrm>
        </p:spPr>
        <p:txBody>
          <a:bodyPr/>
          <a:lstStyle/>
          <a:p>
            <a:pPr lvl="0"/>
            <a:endParaRPr lang="en-US" noProof="0" dirty="0"/>
          </a:p>
        </p:txBody>
      </p:sp>
      <p:pic>
        <p:nvPicPr>
          <p:cNvPr id="3" name="Picture 2">
            <a:extLst>
              <a:ext uri="{FF2B5EF4-FFF2-40B4-BE49-F238E27FC236}">
                <a16:creationId xmlns:a16="http://schemas.microsoft.com/office/drawing/2014/main" id="{9551A3AC-3F2F-CD4A-C640-B361B2053ED0}"/>
              </a:ext>
            </a:extLst>
          </p:cNvPr>
          <p:cNvPicPr>
            <a:picLocks noChangeAspect="1"/>
          </p:cNvPicPr>
          <p:nvPr/>
        </p:nvPicPr>
        <p:blipFill>
          <a:blip r:embed="rId2"/>
          <a:stretch>
            <a:fillRect/>
          </a:stretch>
        </p:blipFill>
        <p:spPr>
          <a:xfrm>
            <a:off x="826009" y="1561823"/>
            <a:ext cx="5528779" cy="4627132"/>
          </a:xfrm>
          <a:prstGeom prst="rect">
            <a:avLst/>
          </a:prstGeom>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B870E17-DDC5-BECD-C3BE-EAAC5EE590A0}"/>
                  </a:ext>
                </a:extLst>
              </p:cNvPr>
              <p:cNvGraphicFramePr>
                <a:graphicFrameLocks noGrp="1"/>
              </p:cNvGraphicFramePr>
              <p:nvPr>
                <p:extLst>
                  <p:ext uri="{D42A27DB-BD31-4B8C-83A1-F6EECF244321}">
                    <p14:modId xmlns:p14="http://schemas.microsoft.com/office/powerpoint/2010/main" val="2502915949"/>
                  </p:ext>
                </p:extLst>
              </p:nvPr>
            </p:nvGraphicFramePr>
            <p:xfrm>
              <a:off x="6208818" y="1145829"/>
              <a:ext cx="5983182" cy="5313894"/>
            </p:xfrm>
            <a:graphic>
              <a:graphicData uri="http://schemas.openxmlformats.org/drawingml/2006/table">
                <a:tbl>
                  <a:tblPr firstRow="1" bandRow="1">
                    <a:tableStyleId>{7DF18680-E054-41AD-8BC1-D1AEF772440D}</a:tableStyleId>
                  </a:tblPr>
                  <a:tblGrid>
                    <a:gridCol w="835742">
                      <a:extLst>
                        <a:ext uri="{9D8B030D-6E8A-4147-A177-3AD203B41FA5}">
                          <a16:colId xmlns:a16="http://schemas.microsoft.com/office/drawing/2014/main" val="1644186180"/>
                        </a:ext>
                      </a:extLst>
                    </a:gridCol>
                    <a:gridCol w="835742">
                      <a:extLst>
                        <a:ext uri="{9D8B030D-6E8A-4147-A177-3AD203B41FA5}">
                          <a16:colId xmlns:a16="http://schemas.microsoft.com/office/drawing/2014/main" val="3860343734"/>
                        </a:ext>
                      </a:extLst>
                    </a:gridCol>
                    <a:gridCol w="1818968">
                      <a:extLst>
                        <a:ext uri="{9D8B030D-6E8A-4147-A177-3AD203B41FA5}">
                          <a16:colId xmlns:a16="http://schemas.microsoft.com/office/drawing/2014/main" val="1349409612"/>
                        </a:ext>
                      </a:extLst>
                    </a:gridCol>
                    <a:gridCol w="2492730">
                      <a:extLst>
                        <a:ext uri="{9D8B030D-6E8A-4147-A177-3AD203B41FA5}">
                          <a16:colId xmlns:a16="http://schemas.microsoft.com/office/drawing/2014/main" val="2667105106"/>
                        </a:ext>
                      </a:extLst>
                    </a:gridCol>
                  </a:tblGrid>
                  <a:tr h="972962">
                    <a:tc>
                      <a:txBody>
                        <a:bodyPr/>
                        <a:lstStyle/>
                        <a:p>
                          <a:pPr algn="ctr"/>
                          <a:r>
                            <a:rPr lang="en-US" sz="2000" dirty="0">
                              <a:solidFill>
                                <a:sysClr val="windowText" lastClr="000000"/>
                              </a:solidFill>
                            </a:rPr>
                            <a:t>S</a:t>
                          </a:r>
                          <a:r>
                            <a:rPr lang="en-US" sz="2000" baseline="-25000" dirty="0">
                              <a:solidFill>
                                <a:sysClr val="windowText" lastClr="000000"/>
                              </a:solidFill>
                            </a:rPr>
                            <a:t>1</a:t>
                          </a:r>
                        </a:p>
                      </a:txBody>
                      <a:tcPr anchor="ctr"/>
                    </a:tc>
                    <a:tc>
                      <a:txBody>
                        <a:bodyPr/>
                        <a:lstStyle/>
                        <a:p>
                          <a:pPr algn="ctr"/>
                          <a:r>
                            <a:rPr lang="en-US" sz="2000" dirty="0">
                              <a:solidFill>
                                <a:sysClr val="windowText" lastClr="000000"/>
                              </a:solidFill>
                            </a:rPr>
                            <a:t>S</a:t>
                          </a:r>
                          <a:r>
                            <a:rPr lang="en-US" sz="2000" baseline="-25000" dirty="0">
                              <a:solidFill>
                                <a:sysClr val="windowText" lastClr="000000"/>
                              </a:solidFill>
                            </a:rPr>
                            <a:t>0</a:t>
                          </a:r>
                          <a:endParaRPr lang="en-US" sz="2000" dirty="0">
                            <a:solidFill>
                              <a:sysClr val="windowText" lastClr="000000"/>
                            </a:solidFill>
                          </a:endParaRPr>
                        </a:p>
                      </a:txBody>
                      <a:tcPr anchor="ctr"/>
                    </a:tc>
                    <a:tc>
                      <a:txBody>
                        <a:bodyPr/>
                        <a:lstStyle/>
                        <a:p>
                          <a:pPr algn="l"/>
                          <a:r>
                            <a:rPr lang="en-US" sz="2000" dirty="0">
                              <a:solidFill>
                                <a:sysClr val="windowText" lastClr="000000"/>
                              </a:solidFill>
                            </a:rPr>
                            <a:t>Output</a:t>
                          </a:r>
                        </a:p>
                      </a:txBody>
                      <a:tcPr anchor="ctr"/>
                    </a:tc>
                    <a:tc>
                      <a:txBody>
                        <a:bodyPr/>
                        <a:lstStyle/>
                        <a:p>
                          <a:pPr algn="l"/>
                          <a:r>
                            <a:rPr lang="en-US" sz="2000" dirty="0">
                              <a:solidFill>
                                <a:sysClr val="windowText" lastClr="000000"/>
                              </a:solidFill>
                            </a:rPr>
                            <a:t>Operation</a:t>
                          </a:r>
                        </a:p>
                      </a:txBody>
                      <a:tcPr anchor="ctr"/>
                    </a:tc>
                    <a:extLst>
                      <a:ext uri="{0D108BD9-81ED-4DB2-BD59-A6C34878D82A}">
                        <a16:rowId xmlns:a16="http://schemas.microsoft.com/office/drawing/2014/main" val="293427931"/>
                      </a:ext>
                    </a:extLst>
                  </a:tr>
                  <a:tr h="1085233">
                    <a:tc>
                      <a:txBody>
                        <a:bodyPr/>
                        <a:lstStyle/>
                        <a:p>
                          <a:pPr algn="ctr"/>
                          <a:r>
                            <a:rPr lang="en-US" sz="2000" baseline="0" dirty="0"/>
                            <a:t>0</a:t>
                          </a:r>
                        </a:p>
                      </a:txBody>
                      <a:tcPr anchor="ctr"/>
                    </a:tc>
                    <a:tc>
                      <a:txBody>
                        <a:bodyPr/>
                        <a:lstStyle/>
                        <a:p>
                          <a:pPr algn="ctr"/>
                          <a:r>
                            <a:rPr lang="en-US" sz="2000" dirty="0"/>
                            <a:t>0</a:t>
                          </a:r>
                        </a:p>
                      </a:txBody>
                      <a:tcPr anchor="ctr"/>
                    </a:tc>
                    <a:tc>
                      <a:txBody>
                        <a:bodyPr/>
                        <a:lstStyle/>
                        <a:p>
                          <a:pPr algn="l"/>
                          <a14:m>
                            <m:oMathPara xmlns:m="http://schemas.openxmlformats.org/officeDocument/2006/math">
                              <m:oMathParaPr>
                                <m:jc m:val="left"/>
                              </m:oMathParaPr>
                              <m:oMath xmlns:m="http://schemas.openxmlformats.org/officeDocument/2006/math">
                                <m:r>
                                  <a:rPr lang="en-US" sz="2000" b="0" smtClean="0">
                                    <a:latin typeface="Cambria Math" panose="02040503050406030204" pitchFamily="18" charset="0"/>
                                  </a:rPr>
                                  <m:t>𝐸</m:t>
                                </m:r>
                                <m:r>
                                  <a:rPr lang="en-US" sz="2000" b="0" smtClean="0">
                                    <a:latin typeface="Cambria Math" panose="02040503050406030204" pitchFamily="18" charset="0"/>
                                  </a:rPr>
                                  <m:t>=</m:t>
                                </m:r>
                                <m:r>
                                  <a:rPr lang="en-US" sz="2000" b="0" smtClean="0">
                                    <a:latin typeface="Cambria Math" panose="02040503050406030204" pitchFamily="18" charset="0"/>
                                  </a:rPr>
                                  <m:t>𝐴</m:t>
                                </m:r>
                                <m:r>
                                  <a:rPr lang="en-US" sz="2000" b="0" smtClean="0">
                                    <a:latin typeface="Cambria Math" panose="02040503050406030204" pitchFamily="18" charset="0"/>
                                  </a:rPr>
                                  <m:t> ∧</m:t>
                                </m:r>
                                <m:r>
                                  <a:rPr lang="en-US" sz="2000" b="0" smtClean="0">
                                    <a:latin typeface="Cambria Math" panose="02040503050406030204" pitchFamily="18" charset="0"/>
                                  </a:rPr>
                                  <m:t>𝐵</m:t>
                                </m:r>
                              </m:oMath>
                            </m:oMathPara>
                          </a14:m>
                          <a:endParaRPr lang="en-US" sz="2000" dirty="0"/>
                        </a:p>
                      </a:txBody>
                      <a:tcPr anchor="ctr"/>
                    </a:tc>
                    <a:tc>
                      <a:txBody>
                        <a:bodyPr/>
                        <a:lstStyle/>
                        <a:p>
                          <a:pPr algn="l"/>
                          <a:r>
                            <a:rPr lang="en-US" sz="2000" dirty="0"/>
                            <a:t>AND</a:t>
                          </a:r>
                        </a:p>
                      </a:txBody>
                      <a:tcPr anchor="ctr"/>
                    </a:tc>
                    <a:extLst>
                      <a:ext uri="{0D108BD9-81ED-4DB2-BD59-A6C34878D82A}">
                        <a16:rowId xmlns:a16="http://schemas.microsoft.com/office/drawing/2014/main" val="4236533689"/>
                      </a:ext>
                    </a:extLst>
                  </a:tr>
                  <a:tr h="1085233">
                    <a:tc>
                      <a:txBody>
                        <a:bodyPr/>
                        <a:lstStyle/>
                        <a:p>
                          <a:pPr algn="ctr"/>
                          <a:r>
                            <a:rPr lang="en-US" sz="2000" baseline="0"/>
                            <a:t>0</a:t>
                          </a:r>
                        </a:p>
                      </a:txBody>
                      <a:tcPr anchor="ctr"/>
                    </a:tc>
                    <a:tc>
                      <a:txBody>
                        <a:bodyPr/>
                        <a:lstStyle/>
                        <a:p>
                          <a:pPr algn="ctr"/>
                          <a:r>
                            <a:rPr lang="en-US" sz="2000" dirty="0"/>
                            <a:t>1</a:t>
                          </a:r>
                        </a:p>
                      </a:txBody>
                      <a:tcPr anchor="ctr"/>
                    </a:tc>
                    <a:tc>
                      <a:txBody>
                        <a:bodyPr/>
                        <a:lstStyle/>
                        <a:p>
                          <a:pPr algn="l"/>
                          <a14:m>
                            <m:oMathPara xmlns:m="http://schemas.openxmlformats.org/officeDocument/2006/math">
                              <m:oMathParaPr>
                                <m:jc m:val="left"/>
                              </m:oMathParaPr>
                              <m:oMath xmlns:m="http://schemas.openxmlformats.org/officeDocument/2006/math">
                                <m:r>
                                  <a:rPr lang="en-US" sz="2000" b="0" smtClean="0">
                                    <a:latin typeface="Cambria Math" panose="02040503050406030204" pitchFamily="18" charset="0"/>
                                  </a:rPr>
                                  <m:t>𝐸</m:t>
                                </m:r>
                                <m:r>
                                  <a:rPr lang="en-US" sz="2000" b="0" smtClean="0">
                                    <a:latin typeface="Cambria Math" panose="02040503050406030204" pitchFamily="18" charset="0"/>
                                  </a:rPr>
                                  <m:t>=</m:t>
                                </m:r>
                                <m:r>
                                  <a:rPr lang="en-US" sz="2000" b="0" smtClean="0">
                                    <a:latin typeface="Cambria Math" panose="02040503050406030204" pitchFamily="18" charset="0"/>
                                  </a:rPr>
                                  <m:t>𝐴</m:t>
                                </m:r>
                                <m:r>
                                  <a:rPr lang="en-US" sz="2000" b="0" smtClean="0">
                                    <a:latin typeface="Cambria Math" panose="02040503050406030204" pitchFamily="18" charset="0"/>
                                  </a:rPr>
                                  <m:t> ∨ </m:t>
                                </m:r>
                                <m:r>
                                  <a:rPr lang="en-US" sz="2000" b="0" smtClean="0">
                                    <a:latin typeface="Cambria Math" panose="02040503050406030204" pitchFamily="18" charset="0"/>
                                  </a:rPr>
                                  <m:t>𝐵</m:t>
                                </m:r>
                              </m:oMath>
                            </m:oMathPara>
                          </a14:m>
                          <a:endParaRPr lang="en-US" sz="2000" dirty="0"/>
                        </a:p>
                      </a:txBody>
                      <a:tcPr anchor="ctr"/>
                    </a:tc>
                    <a:tc>
                      <a:txBody>
                        <a:bodyPr/>
                        <a:lstStyle/>
                        <a:p>
                          <a:pPr algn="l"/>
                          <a:r>
                            <a:rPr lang="en-US" sz="2000" dirty="0"/>
                            <a:t>OR</a:t>
                          </a:r>
                        </a:p>
                      </a:txBody>
                      <a:tcPr anchor="ctr"/>
                    </a:tc>
                    <a:extLst>
                      <a:ext uri="{0D108BD9-81ED-4DB2-BD59-A6C34878D82A}">
                        <a16:rowId xmlns:a16="http://schemas.microsoft.com/office/drawing/2014/main" val="460745218"/>
                      </a:ext>
                    </a:extLst>
                  </a:tr>
                  <a:tr h="1085233">
                    <a:tc>
                      <a:txBody>
                        <a:bodyPr/>
                        <a:lstStyle/>
                        <a:p>
                          <a:pPr algn="ctr"/>
                          <a:r>
                            <a:rPr lang="en-US" sz="2000" baseline="0"/>
                            <a:t>1</a:t>
                          </a:r>
                        </a:p>
                      </a:txBody>
                      <a:tcPr anchor="ctr"/>
                    </a:tc>
                    <a:tc>
                      <a:txBody>
                        <a:bodyPr/>
                        <a:lstStyle/>
                        <a:p>
                          <a:pPr algn="ctr"/>
                          <a:r>
                            <a:rPr lang="en-US" sz="2000" dirty="0"/>
                            <a:t>0</a:t>
                          </a:r>
                        </a:p>
                      </a:txBody>
                      <a:tcPr anchor="ctr"/>
                    </a:tc>
                    <a:tc>
                      <a:txBody>
                        <a:bodyPr/>
                        <a:lstStyle/>
                        <a:p>
                          <a:pPr algn="l"/>
                          <a14:m>
                            <m:oMathPara xmlns:m="http://schemas.openxmlformats.org/officeDocument/2006/math">
                              <m:oMathParaPr>
                                <m:jc m:val="left"/>
                              </m:oMathParaPr>
                              <m:oMath xmlns:m="http://schemas.openxmlformats.org/officeDocument/2006/math">
                                <m:r>
                                  <a:rPr lang="en-US" sz="2000" b="0" smtClean="0">
                                    <a:latin typeface="Cambria Math" panose="02040503050406030204" pitchFamily="18" charset="0"/>
                                  </a:rPr>
                                  <m:t>𝐸</m:t>
                                </m:r>
                                <m:r>
                                  <a:rPr lang="en-US" sz="2000" b="0" smtClean="0">
                                    <a:latin typeface="Cambria Math" panose="02040503050406030204" pitchFamily="18" charset="0"/>
                                  </a:rPr>
                                  <m:t>=</m:t>
                                </m:r>
                                <m:r>
                                  <a:rPr lang="en-US" sz="2000" b="0" smtClean="0">
                                    <a:latin typeface="Cambria Math" panose="02040503050406030204" pitchFamily="18" charset="0"/>
                                  </a:rPr>
                                  <m:t>𝐴</m:t>
                                </m:r>
                                <m:r>
                                  <a:rPr lang="en-US" sz="2000" b="0" smtClean="0">
                                    <a:latin typeface="Cambria Math" panose="02040503050406030204" pitchFamily="18" charset="0"/>
                                  </a:rPr>
                                  <m:t> ⨁ </m:t>
                                </m:r>
                                <m:r>
                                  <a:rPr lang="en-US" sz="2000" b="0" smtClean="0">
                                    <a:latin typeface="Cambria Math" panose="02040503050406030204" pitchFamily="18" charset="0"/>
                                  </a:rPr>
                                  <m:t>𝐵</m:t>
                                </m:r>
                              </m:oMath>
                            </m:oMathPara>
                          </a14:m>
                          <a:endParaRPr lang="en-US" sz="2000" dirty="0"/>
                        </a:p>
                      </a:txBody>
                      <a:tcPr anchor="ctr"/>
                    </a:tc>
                    <a:tc>
                      <a:txBody>
                        <a:bodyPr/>
                        <a:lstStyle/>
                        <a:p>
                          <a:pPr algn="l"/>
                          <a:r>
                            <a:rPr lang="en-US" sz="2000" dirty="0"/>
                            <a:t>XOR</a:t>
                          </a:r>
                        </a:p>
                      </a:txBody>
                      <a:tcPr anchor="ctr"/>
                    </a:tc>
                    <a:extLst>
                      <a:ext uri="{0D108BD9-81ED-4DB2-BD59-A6C34878D82A}">
                        <a16:rowId xmlns:a16="http://schemas.microsoft.com/office/drawing/2014/main" val="625947964"/>
                      </a:ext>
                    </a:extLst>
                  </a:tr>
                  <a:tr h="1085233">
                    <a:tc>
                      <a:txBody>
                        <a:bodyPr/>
                        <a:lstStyle/>
                        <a:p>
                          <a:pPr algn="ctr"/>
                          <a:r>
                            <a:rPr lang="en-US" sz="2000" baseline="0"/>
                            <a:t>1</a:t>
                          </a:r>
                        </a:p>
                      </a:txBody>
                      <a:tcPr anchor="ctr"/>
                    </a:tc>
                    <a:tc>
                      <a:txBody>
                        <a:bodyPr/>
                        <a:lstStyle/>
                        <a:p>
                          <a:pPr algn="ctr"/>
                          <a:r>
                            <a:rPr lang="en-US" sz="2000" dirty="0"/>
                            <a:t>1</a:t>
                          </a:r>
                        </a:p>
                      </a:txBody>
                      <a:tcPr anchor="ctr"/>
                    </a:tc>
                    <a:tc>
                      <a:txBody>
                        <a:bodyPr/>
                        <a:lstStyle/>
                        <a:p>
                          <a:pPr algn="l"/>
                          <a14:m>
                            <m:oMathPara xmlns:m="http://schemas.openxmlformats.org/officeDocument/2006/math">
                              <m:oMathParaPr>
                                <m:jc m:val="left"/>
                              </m:oMathParaPr>
                              <m:oMath xmlns:m="http://schemas.openxmlformats.org/officeDocument/2006/math">
                                <m:r>
                                  <a:rPr lang="en-US" sz="2000" b="0" smtClean="0">
                                    <a:latin typeface="Cambria Math" panose="02040503050406030204" pitchFamily="18" charset="0"/>
                                  </a:rPr>
                                  <m:t>𝐸</m:t>
                                </m:r>
                                <m:r>
                                  <a:rPr lang="en-US" sz="2000" b="0"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smtClean="0">
                                        <a:latin typeface="Cambria Math" panose="02040503050406030204" pitchFamily="18" charset="0"/>
                                      </a:rPr>
                                      <m:t>𝐴</m:t>
                                    </m:r>
                                  </m:e>
                                </m:acc>
                              </m:oMath>
                            </m:oMathPara>
                          </a14:m>
                          <a:endParaRPr lang="en-US" sz="2000"/>
                        </a:p>
                      </a:txBody>
                      <a:tcPr anchor="ctr"/>
                    </a:tc>
                    <a:tc>
                      <a:txBody>
                        <a:bodyPr/>
                        <a:lstStyle/>
                        <a:p>
                          <a:pPr algn="l"/>
                          <a:r>
                            <a:rPr lang="en-US" sz="2000" dirty="0"/>
                            <a:t>Complement</a:t>
                          </a:r>
                        </a:p>
                      </a:txBody>
                      <a:tcPr anchor="ctr"/>
                    </a:tc>
                    <a:extLst>
                      <a:ext uri="{0D108BD9-81ED-4DB2-BD59-A6C34878D82A}">
                        <a16:rowId xmlns:a16="http://schemas.microsoft.com/office/drawing/2014/main" val="476935172"/>
                      </a:ext>
                    </a:extLst>
                  </a:tr>
                </a:tbl>
              </a:graphicData>
            </a:graphic>
          </p:graphicFrame>
        </mc:Choice>
        <mc:Fallback xmlns="">
          <p:graphicFrame>
            <p:nvGraphicFramePr>
              <p:cNvPr id="4" name="Table 3">
                <a:extLst>
                  <a:ext uri="{FF2B5EF4-FFF2-40B4-BE49-F238E27FC236}">
                    <a16:creationId xmlns:a16="http://schemas.microsoft.com/office/drawing/2014/main" id="{AB870E17-DDC5-BECD-C3BE-EAAC5EE590A0}"/>
                  </a:ext>
                </a:extLst>
              </p:cNvPr>
              <p:cNvGraphicFramePr>
                <a:graphicFrameLocks noGrp="1"/>
              </p:cNvGraphicFramePr>
              <p:nvPr>
                <p:extLst>
                  <p:ext uri="{D42A27DB-BD31-4B8C-83A1-F6EECF244321}">
                    <p14:modId xmlns:p14="http://schemas.microsoft.com/office/powerpoint/2010/main" val="2502915949"/>
                  </p:ext>
                </p:extLst>
              </p:nvPr>
            </p:nvGraphicFramePr>
            <p:xfrm>
              <a:off x="6208818" y="1145829"/>
              <a:ext cx="5983182" cy="5313894"/>
            </p:xfrm>
            <a:graphic>
              <a:graphicData uri="http://schemas.openxmlformats.org/drawingml/2006/table">
                <a:tbl>
                  <a:tblPr firstRow="1" bandRow="1">
                    <a:tableStyleId>{7DF18680-E054-41AD-8BC1-D1AEF772440D}</a:tableStyleId>
                  </a:tblPr>
                  <a:tblGrid>
                    <a:gridCol w="835742">
                      <a:extLst>
                        <a:ext uri="{9D8B030D-6E8A-4147-A177-3AD203B41FA5}">
                          <a16:colId xmlns:a16="http://schemas.microsoft.com/office/drawing/2014/main" val="1644186180"/>
                        </a:ext>
                      </a:extLst>
                    </a:gridCol>
                    <a:gridCol w="835742">
                      <a:extLst>
                        <a:ext uri="{9D8B030D-6E8A-4147-A177-3AD203B41FA5}">
                          <a16:colId xmlns:a16="http://schemas.microsoft.com/office/drawing/2014/main" val="3860343734"/>
                        </a:ext>
                      </a:extLst>
                    </a:gridCol>
                    <a:gridCol w="1818968">
                      <a:extLst>
                        <a:ext uri="{9D8B030D-6E8A-4147-A177-3AD203B41FA5}">
                          <a16:colId xmlns:a16="http://schemas.microsoft.com/office/drawing/2014/main" val="1349409612"/>
                        </a:ext>
                      </a:extLst>
                    </a:gridCol>
                    <a:gridCol w="2492730">
                      <a:extLst>
                        <a:ext uri="{9D8B030D-6E8A-4147-A177-3AD203B41FA5}">
                          <a16:colId xmlns:a16="http://schemas.microsoft.com/office/drawing/2014/main" val="2667105106"/>
                        </a:ext>
                      </a:extLst>
                    </a:gridCol>
                  </a:tblGrid>
                  <a:tr h="972962">
                    <a:tc>
                      <a:txBody>
                        <a:bodyPr/>
                        <a:lstStyle/>
                        <a:p>
                          <a:pPr algn="ctr"/>
                          <a:r>
                            <a:rPr lang="en-US" sz="2000" dirty="0">
                              <a:solidFill>
                                <a:sysClr val="windowText" lastClr="000000"/>
                              </a:solidFill>
                            </a:rPr>
                            <a:t>S</a:t>
                          </a:r>
                          <a:r>
                            <a:rPr lang="en-US" sz="2000" baseline="-25000" dirty="0">
                              <a:solidFill>
                                <a:sysClr val="windowText" lastClr="000000"/>
                              </a:solidFill>
                            </a:rPr>
                            <a:t>1</a:t>
                          </a:r>
                        </a:p>
                      </a:txBody>
                      <a:tcPr anchor="ctr"/>
                    </a:tc>
                    <a:tc>
                      <a:txBody>
                        <a:bodyPr/>
                        <a:lstStyle/>
                        <a:p>
                          <a:pPr algn="ctr"/>
                          <a:r>
                            <a:rPr lang="en-US" sz="2000" dirty="0">
                              <a:solidFill>
                                <a:sysClr val="windowText" lastClr="000000"/>
                              </a:solidFill>
                            </a:rPr>
                            <a:t>S</a:t>
                          </a:r>
                          <a:r>
                            <a:rPr lang="en-US" sz="2000" baseline="-25000" dirty="0">
                              <a:solidFill>
                                <a:sysClr val="windowText" lastClr="000000"/>
                              </a:solidFill>
                            </a:rPr>
                            <a:t>0</a:t>
                          </a:r>
                          <a:endParaRPr lang="en-US" sz="2000" dirty="0">
                            <a:solidFill>
                              <a:sysClr val="windowText" lastClr="000000"/>
                            </a:solidFill>
                          </a:endParaRPr>
                        </a:p>
                      </a:txBody>
                      <a:tcPr anchor="ctr"/>
                    </a:tc>
                    <a:tc>
                      <a:txBody>
                        <a:bodyPr/>
                        <a:lstStyle/>
                        <a:p>
                          <a:pPr algn="l"/>
                          <a:r>
                            <a:rPr lang="en-US" sz="2000" dirty="0">
                              <a:solidFill>
                                <a:sysClr val="windowText" lastClr="000000"/>
                              </a:solidFill>
                            </a:rPr>
                            <a:t>Output</a:t>
                          </a:r>
                        </a:p>
                      </a:txBody>
                      <a:tcPr anchor="ctr"/>
                    </a:tc>
                    <a:tc>
                      <a:txBody>
                        <a:bodyPr/>
                        <a:lstStyle/>
                        <a:p>
                          <a:pPr algn="l"/>
                          <a:r>
                            <a:rPr lang="en-US" sz="2000" dirty="0">
                              <a:solidFill>
                                <a:sysClr val="windowText" lastClr="000000"/>
                              </a:solidFill>
                            </a:rPr>
                            <a:t>Operation</a:t>
                          </a:r>
                        </a:p>
                      </a:txBody>
                      <a:tcPr anchor="ctr"/>
                    </a:tc>
                    <a:extLst>
                      <a:ext uri="{0D108BD9-81ED-4DB2-BD59-A6C34878D82A}">
                        <a16:rowId xmlns:a16="http://schemas.microsoft.com/office/drawing/2014/main" val="293427931"/>
                      </a:ext>
                    </a:extLst>
                  </a:tr>
                  <a:tr h="1085233">
                    <a:tc>
                      <a:txBody>
                        <a:bodyPr/>
                        <a:lstStyle/>
                        <a:p>
                          <a:pPr algn="ctr"/>
                          <a:r>
                            <a:rPr lang="en-US" sz="2000" baseline="0" dirty="0"/>
                            <a:t>0</a:t>
                          </a:r>
                        </a:p>
                      </a:txBody>
                      <a:tcPr anchor="ctr"/>
                    </a:tc>
                    <a:tc>
                      <a:txBody>
                        <a:bodyPr/>
                        <a:lstStyle/>
                        <a:p>
                          <a:pPr algn="ctr"/>
                          <a:r>
                            <a:rPr lang="en-US" sz="2000" dirty="0"/>
                            <a:t>0</a:t>
                          </a:r>
                        </a:p>
                      </a:txBody>
                      <a:tcPr anchor="ctr"/>
                    </a:tc>
                    <a:tc>
                      <a:txBody>
                        <a:bodyPr/>
                        <a:lstStyle/>
                        <a:p>
                          <a:endParaRPr lang="en-US"/>
                        </a:p>
                      </a:txBody>
                      <a:tcPr anchor="ctr">
                        <a:blipFill>
                          <a:blip r:embed="rId3"/>
                          <a:stretch>
                            <a:fillRect l="-91973" t="-90449" r="-138462" b="-301685"/>
                          </a:stretch>
                        </a:blipFill>
                      </a:tcPr>
                    </a:tc>
                    <a:tc>
                      <a:txBody>
                        <a:bodyPr/>
                        <a:lstStyle/>
                        <a:p>
                          <a:pPr algn="l"/>
                          <a:r>
                            <a:rPr lang="en-US" sz="2000" dirty="0"/>
                            <a:t>AND</a:t>
                          </a:r>
                        </a:p>
                      </a:txBody>
                      <a:tcPr anchor="ctr"/>
                    </a:tc>
                    <a:extLst>
                      <a:ext uri="{0D108BD9-81ED-4DB2-BD59-A6C34878D82A}">
                        <a16:rowId xmlns:a16="http://schemas.microsoft.com/office/drawing/2014/main" val="4236533689"/>
                      </a:ext>
                    </a:extLst>
                  </a:tr>
                  <a:tr h="1085233">
                    <a:tc>
                      <a:txBody>
                        <a:bodyPr/>
                        <a:lstStyle/>
                        <a:p>
                          <a:pPr algn="ctr"/>
                          <a:r>
                            <a:rPr lang="en-US" sz="2000" baseline="0"/>
                            <a:t>0</a:t>
                          </a:r>
                        </a:p>
                      </a:txBody>
                      <a:tcPr anchor="ctr"/>
                    </a:tc>
                    <a:tc>
                      <a:txBody>
                        <a:bodyPr/>
                        <a:lstStyle/>
                        <a:p>
                          <a:pPr algn="ctr"/>
                          <a:r>
                            <a:rPr lang="en-US" sz="2000" dirty="0"/>
                            <a:t>1</a:t>
                          </a:r>
                        </a:p>
                      </a:txBody>
                      <a:tcPr anchor="ctr"/>
                    </a:tc>
                    <a:tc>
                      <a:txBody>
                        <a:bodyPr/>
                        <a:lstStyle/>
                        <a:p>
                          <a:endParaRPr lang="en-US"/>
                        </a:p>
                      </a:txBody>
                      <a:tcPr anchor="ctr">
                        <a:blipFill>
                          <a:blip r:embed="rId3"/>
                          <a:stretch>
                            <a:fillRect l="-91973" t="-190449" r="-138462" b="-201685"/>
                          </a:stretch>
                        </a:blipFill>
                      </a:tcPr>
                    </a:tc>
                    <a:tc>
                      <a:txBody>
                        <a:bodyPr/>
                        <a:lstStyle/>
                        <a:p>
                          <a:pPr algn="l"/>
                          <a:r>
                            <a:rPr lang="en-US" sz="2000" dirty="0"/>
                            <a:t>OR</a:t>
                          </a:r>
                        </a:p>
                      </a:txBody>
                      <a:tcPr anchor="ctr"/>
                    </a:tc>
                    <a:extLst>
                      <a:ext uri="{0D108BD9-81ED-4DB2-BD59-A6C34878D82A}">
                        <a16:rowId xmlns:a16="http://schemas.microsoft.com/office/drawing/2014/main" val="460745218"/>
                      </a:ext>
                    </a:extLst>
                  </a:tr>
                  <a:tr h="1085233">
                    <a:tc>
                      <a:txBody>
                        <a:bodyPr/>
                        <a:lstStyle/>
                        <a:p>
                          <a:pPr algn="ctr"/>
                          <a:r>
                            <a:rPr lang="en-US" sz="2000" baseline="0"/>
                            <a:t>1</a:t>
                          </a:r>
                        </a:p>
                      </a:txBody>
                      <a:tcPr anchor="ctr"/>
                    </a:tc>
                    <a:tc>
                      <a:txBody>
                        <a:bodyPr/>
                        <a:lstStyle/>
                        <a:p>
                          <a:pPr algn="ctr"/>
                          <a:r>
                            <a:rPr lang="en-US" sz="2000" dirty="0"/>
                            <a:t>0</a:t>
                          </a:r>
                        </a:p>
                      </a:txBody>
                      <a:tcPr anchor="ctr"/>
                    </a:tc>
                    <a:tc>
                      <a:txBody>
                        <a:bodyPr/>
                        <a:lstStyle/>
                        <a:p>
                          <a:endParaRPr lang="en-US"/>
                        </a:p>
                      </a:txBody>
                      <a:tcPr anchor="ctr">
                        <a:blipFill>
                          <a:blip r:embed="rId3"/>
                          <a:stretch>
                            <a:fillRect l="-91973" t="-288827" r="-138462" b="-100559"/>
                          </a:stretch>
                        </a:blipFill>
                      </a:tcPr>
                    </a:tc>
                    <a:tc>
                      <a:txBody>
                        <a:bodyPr/>
                        <a:lstStyle/>
                        <a:p>
                          <a:pPr algn="l"/>
                          <a:r>
                            <a:rPr lang="en-US" sz="2000" dirty="0"/>
                            <a:t>XOR</a:t>
                          </a:r>
                        </a:p>
                      </a:txBody>
                      <a:tcPr anchor="ctr"/>
                    </a:tc>
                    <a:extLst>
                      <a:ext uri="{0D108BD9-81ED-4DB2-BD59-A6C34878D82A}">
                        <a16:rowId xmlns:a16="http://schemas.microsoft.com/office/drawing/2014/main" val="625947964"/>
                      </a:ext>
                    </a:extLst>
                  </a:tr>
                  <a:tr h="1085233">
                    <a:tc>
                      <a:txBody>
                        <a:bodyPr/>
                        <a:lstStyle/>
                        <a:p>
                          <a:pPr algn="ctr"/>
                          <a:r>
                            <a:rPr lang="en-US" sz="2000" baseline="0"/>
                            <a:t>1</a:t>
                          </a:r>
                        </a:p>
                      </a:txBody>
                      <a:tcPr anchor="ctr"/>
                    </a:tc>
                    <a:tc>
                      <a:txBody>
                        <a:bodyPr/>
                        <a:lstStyle/>
                        <a:p>
                          <a:pPr algn="ctr"/>
                          <a:r>
                            <a:rPr lang="en-US" sz="2000" dirty="0"/>
                            <a:t>1</a:t>
                          </a:r>
                        </a:p>
                      </a:txBody>
                      <a:tcPr anchor="ctr"/>
                    </a:tc>
                    <a:tc>
                      <a:txBody>
                        <a:bodyPr/>
                        <a:lstStyle/>
                        <a:p>
                          <a:endParaRPr lang="en-US"/>
                        </a:p>
                      </a:txBody>
                      <a:tcPr anchor="ctr">
                        <a:blipFill>
                          <a:blip r:embed="rId3"/>
                          <a:stretch>
                            <a:fillRect l="-91973" t="-391011" r="-138462" b="-1124"/>
                          </a:stretch>
                        </a:blipFill>
                      </a:tcPr>
                    </a:tc>
                    <a:tc>
                      <a:txBody>
                        <a:bodyPr/>
                        <a:lstStyle/>
                        <a:p>
                          <a:pPr algn="l"/>
                          <a:r>
                            <a:rPr lang="en-US" sz="2000" dirty="0"/>
                            <a:t>Complement</a:t>
                          </a:r>
                        </a:p>
                      </a:txBody>
                      <a:tcPr anchor="ctr"/>
                    </a:tc>
                    <a:extLst>
                      <a:ext uri="{0D108BD9-81ED-4DB2-BD59-A6C34878D82A}">
                        <a16:rowId xmlns:a16="http://schemas.microsoft.com/office/drawing/2014/main" val="476935172"/>
                      </a:ext>
                    </a:extLst>
                  </a:tr>
                </a:tbl>
              </a:graphicData>
            </a:graphic>
          </p:graphicFrame>
        </mc:Fallback>
      </mc:AlternateContent>
    </p:spTree>
    <p:extLst>
      <p:ext uri="{BB962C8B-B14F-4D97-AF65-F5344CB8AC3E}">
        <p14:creationId xmlns:p14="http://schemas.microsoft.com/office/powerpoint/2010/main" val="3748934082"/>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F0DE-0001-75CE-10F8-08868B628EEE}"/>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138F165B-983E-7C5C-C0FB-565B35D8CAEF}"/>
              </a:ext>
            </a:extLst>
          </p:cNvPr>
          <p:cNvSpPr>
            <a:spLocks noGrp="1"/>
          </p:cNvSpPr>
          <p:nvPr>
            <p:ph type="title"/>
          </p:nvPr>
        </p:nvSpPr>
        <p:spPr>
          <a:xfrm>
            <a:off x="826009" y="199372"/>
            <a:ext cx="10036292" cy="773776"/>
          </a:xfrm>
        </p:spPr>
        <p:txBody>
          <a:bodyPr>
            <a:noAutofit/>
          </a:bodyPr>
          <a:lstStyle/>
          <a:p>
            <a:pPr algn="l" fontAlgn="base"/>
            <a:r>
              <a:rPr lang="en-US" sz="3600" b="1" i="0" dirty="0">
                <a:solidFill>
                  <a:srgbClr val="FFFFFF"/>
                </a:solidFill>
                <a:effectLst/>
                <a:latin typeface="+mn-lt"/>
              </a:rPr>
              <a:t>4 BIT </a:t>
            </a:r>
            <a:r>
              <a:rPr lang="en-US" sz="3600" dirty="0">
                <a:solidFill>
                  <a:srgbClr val="FFFFFF"/>
                </a:solidFill>
                <a:latin typeface="+mn-lt"/>
              </a:rPr>
              <a:t>COMBINATIONAL CIRCUIT SHIFTER</a:t>
            </a:r>
            <a:endParaRPr lang="en-IN" sz="3600" b="1" i="0" dirty="0">
              <a:solidFill>
                <a:srgbClr val="FFFFFF"/>
              </a:solidFill>
              <a:effectLst/>
              <a:latin typeface="+mn-lt"/>
            </a:endParaRPr>
          </a:p>
        </p:txBody>
      </p:sp>
      <p:sp>
        <p:nvSpPr>
          <p:cNvPr id="14" name="Text Placeholder 13">
            <a:extLst>
              <a:ext uri="{FF2B5EF4-FFF2-40B4-BE49-F238E27FC236}">
                <a16:creationId xmlns:a16="http://schemas.microsoft.com/office/drawing/2014/main" id="{9FA967FC-D2D5-F347-E092-D1886516A28A}"/>
              </a:ext>
            </a:extLst>
          </p:cNvPr>
          <p:cNvSpPr>
            <a:spLocks noGrp="1"/>
          </p:cNvSpPr>
          <p:nvPr>
            <p:ph type="body" sz="quarter" idx="14"/>
          </p:nvPr>
        </p:nvSpPr>
        <p:spPr>
          <a:xfrm flipV="1">
            <a:off x="1209243" y="1718420"/>
            <a:ext cx="45719" cy="45719"/>
          </a:xfrm>
        </p:spPr>
        <p:txBody>
          <a:bodyPr>
            <a:normAutofit fontScale="25000" lnSpcReduction="20000"/>
          </a:bodyPr>
          <a:lstStyle/>
          <a:p>
            <a:endParaRPr lang="en-US" dirty="0"/>
          </a:p>
        </p:txBody>
      </p:sp>
      <p:sp>
        <p:nvSpPr>
          <p:cNvPr id="13" name="Content Placeholder 12">
            <a:extLst>
              <a:ext uri="{FF2B5EF4-FFF2-40B4-BE49-F238E27FC236}">
                <a16:creationId xmlns:a16="http://schemas.microsoft.com/office/drawing/2014/main" id="{72C45370-E1D9-3F46-9CA1-D61CF4AADBB5}"/>
              </a:ext>
            </a:extLst>
          </p:cNvPr>
          <p:cNvSpPr>
            <a:spLocks noGrp="1"/>
          </p:cNvSpPr>
          <p:nvPr>
            <p:ph type="body" sz="quarter" idx="17"/>
          </p:nvPr>
        </p:nvSpPr>
        <p:spPr>
          <a:xfrm>
            <a:off x="657576" y="1140543"/>
            <a:ext cx="10373157" cy="5579662"/>
          </a:xfrm>
        </p:spPr>
        <p:txBody>
          <a:bodyPr>
            <a:noAutofit/>
          </a:bodyPr>
          <a:lstStyle/>
          <a:p>
            <a:pPr marL="457200" indent="-457200">
              <a:buFont typeface="Arial" panose="020B0604020202020204" pitchFamily="34" charset="0"/>
              <a:buChar char="•"/>
            </a:pPr>
            <a:endParaRPr lang="en-US" sz="1800" b="1" dirty="0">
              <a:latin typeface="Google Sans"/>
            </a:endParaRPr>
          </a:p>
        </p:txBody>
      </p:sp>
      <p:sp>
        <p:nvSpPr>
          <p:cNvPr id="16" name="Text Placeholder 15">
            <a:extLst>
              <a:ext uri="{FF2B5EF4-FFF2-40B4-BE49-F238E27FC236}">
                <a16:creationId xmlns:a16="http://schemas.microsoft.com/office/drawing/2014/main" id="{DB81B0B8-7A7A-D5D6-83BA-51A103B6E85B}"/>
              </a:ext>
            </a:extLst>
          </p:cNvPr>
          <p:cNvSpPr>
            <a:spLocks noGrp="1"/>
          </p:cNvSpPr>
          <p:nvPr>
            <p:ph type="body" sz="quarter" idx="16"/>
          </p:nvPr>
        </p:nvSpPr>
        <p:spPr>
          <a:xfrm flipH="1" flipV="1">
            <a:off x="11014180" y="1576416"/>
            <a:ext cx="45719" cy="187615"/>
          </a:xfrm>
        </p:spPr>
        <p:txBody>
          <a:bodyPr>
            <a:normAutofit fontScale="25000" lnSpcReduction="20000"/>
          </a:bodyPr>
          <a:lstStyle/>
          <a:p>
            <a:endParaRPr lang="en-US" dirty="0"/>
          </a:p>
        </p:txBody>
      </p:sp>
      <p:sp>
        <p:nvSpPr>
          <p:cNvPr id="15" name="Content Placeholder 14">
            <a:extLst>
              <a:ext uri="{FF2B5EF4-FFF2-40B4-BE49-F238E27FC236}">
                <a16:creationId xmlns:a16="http://schemas.microsoft.com/office/drawing/2014/main" id="{99DF2B7C-BBD7-0410-F56D-65EA0E147BF8}"/>
              </a:ext>
            </a:extLst>
          </p:cNvPr>
          <p:cNvSpPr>
            <a:spLocks noGrp="1"/>
          </p:cNvSpPr>
          <p:nvPr>
            <p:ph type="body" sz="quarter" idx="18"/>
          </p:nvPr>
        </p:nvSpPr>
        <p:spPr>
          <a:xfrm flipH="1">
            <a:off x="11700587" y="5694680"/>
            <a:ext cx="47585" cy="45719"/>
          </a:xfrm>
        </p:spPr>
        <p:txBody>
          <a:bodyPr>
            <a:normAutofit fontScale="25000" lnSpcReduction="20000"/>
          </a:bodyPr>
          <a:lstStyle/>
          <a:p>
            <a:endParaRPr lang="en-US" dirty="0"/>
          </a:p>
        </p:txBody>
      </p:sp>
      <p:sp>
        <p:nvSpPr>
          <p:cNvPr id="7" name="Footer Placeholder 6">
            <a:extLst>
              <a:ext uri="{FF2B5EF4-FFF2-40B4-BE49-F238E27FC236}">
                <a16:creationId xmlns:a16="http://schemas.microsoft.com/office/drawing/2014/main" id="{D6E58F5D-2981-60E2-A2B3-EC5558127957}"/>
              </a:ext>
            </a:extLst>
          </p:cNvPr>
          <p:cNvSpPr>
            <a:spLocks noGrp="1"/>
          </p:cNvSpPr>
          <p:nvPr>
            <p:ph type="ftr" sz="quarter" idx="11"/>
          </p:nvPr>
        </p:nvSpPr>
        <p:spPr>
          <a:xfrm>
            <a:off x="201168" y="6356350"/>
            <a:ext cx="4837176" cy="365125"/>
          </a:xfrm>
        </p:spPr>
        <p:txBody>
          <a:bodyPr/>
          <a:lstStyle/>
          <a:p>
            <a:pPr lvl="0"/>
            <a:endParaRPr lang="en-US" noProof="0" dirty="0"/>
          </a:p>
        </p:txBody>
      </p:sp>
      <p:sp>
        <p:nvSpPr>
          <p:cNvPr id="6" name="Date Placeholder 5">
            <a:extLst>
              <a:ext uri="{FF2B5EF4-FFF2-40B4-BE49-F238E27FC236}">
                <a16:creationId xmlns:a16="http://schemas.microsoft.com/office/drawing/2014/main" id="{9809F77C-4286-2D12-3D99-8906CAD19C0D}"/>
              </a:ext>
            </a:extLst>
          </p:cNvPr>
          <p:cNvSpPr>
            <a:spLocks noGrp="1"/>
          </p:cNvSpPr>
          <p:nvPr>
            <p:ph type="dt" sz="half" idx="10"/>
          </p:nvPr>
        </p:nvSpPr>
        <p:spPr>
          <a:xfrm>
            <a:off x="7013448" y="6355080"/>
            <a:ext cx="4352544" cy="365125"/>
          </a:xfrm>
        </p:spPr>
        <p:txBody>
          <a:bodyPr/>
          <a:lstStyle/>
          <a:p>
            <a:pPr lvl="0"/>
            <a:endParaRPr lang="en-US" noProof="0" dirty="0"/>
          </a:p>
        </p:txBody>
      </p:sp>
      <p:pic>
        <p:nvPicPr>
          <p:cNvPr id="5" name="Picture 4">
            <a:extLst>
              <a:ext uri="{FF2B5EF4-FFF2-40B4-BE49-F238E27FC236}">
                <a16:creationId xmlns:a16="http://schemas.microsoft.com/office/drawing/2014/main" id="{8A583361-ACC0-0920-73D8-6FA5D68B9FAE}"/>
              </a:ext>
            </a:extLst>
          </p:cNvPr>
          <p:cNvPicPr>
            <a:picLocks noChangeAspect="1"/>
          </p:cNvPicPr>
          <p:nvPr/>
        </p:nvPicPr>
        <p:blipFill>
          <a:blip r:embed="rId2"/>
          <a:stretch>
            <a:fillRect/>
          </a:stretch>
        </p:blipFill>
        <p:spPr>
          <a:xfrm>
            <a:off x="1006372" y="1181548"/>
            <a:ext cx="4685444" cy="5327611"/>
          </a:xfrm>
          <a:prstGeom prst="rect">
            <a:avLst/>
          </a:prstGeom>
        </p:spPr>
      </p:pic>
      <p:graphicFrame>
        <p:nvGraphicFramePr>
          <p:cNvPr id="8" name="Table 7">
            <a:extLst>
              <a:ext uri="{FF2B5EF4-FFF2-40B4-BE49-F238E27FC236}">
                <a16:creationId xmlns:a16="http://schemas.microsoft.com/office/drawing/2014/main" id="{DA8CCE0B-23AF-875D-1846-B8ED78FA3ADF}"/>
              </a:ext>
            </a:extLst>
          </p:cNvPr>
          <p:cNvGraphicFramePr>
            <a:graphicFrameLocks noGrp="1"/>
          </p:cNvGraphicFramePr>
          <p:nvPr>
            <p:extLst>
              <p:ext uri="{D42A27DB-BD31-4B8C-83A1-F6EECF244321}">
                <p14:modId xmlns:p14="http://schemas.microsoft.com/office/powerpoint/2010/main" val="3821388311"/>
              </p:ext>
            </p:extLst>
          </p:nvPr>
        </p:nvGraphicFramePr>
        <p:xfrm>
          <a:off x="6804281" y="2611702"/>
          <a:ext cx="4136445" cy="1634595"/>
        </p:xfrm>
        <a:graphic>
          <a:graphicData uri="http://schemas.openxmlformats.org/drawingml/2006/table">
            <a:tbl>
              <a:tblPr firstRow="1">
                <a:tableStyleId>{00A15C55-8517-42AA-B614-E9B94910E393}</a:tableStyleId>
              </a:tblPr>
              <a:tblGrid>
                <a:gridCol w="827289">
                  <a:extLst>
                    <a:ext uri="{9D8B030D-6E8A-4147-A177-3AD203B41FA5}">
                      <a16:colId xmlns:a16="http://schemas.microsoft.com/office/drawing/2014/main" val="4209522205"/>
                    </a:ext>
                  </a:extLst>
                </a:gridCol>
                <a:gridCol w="827289">
                  <a:extLst>
                    <a:ext uri="{9D8B030D-6E8A-4147-A177-3AD203B41FA5}">
                      <a16:colId xmlns:a16="http://schemas.microsoft.com/office/drawing/2014/main" val="3307899695"/>
                    </a:ext>
                  </a:extLst>
                </a:gridCol>
                <a:gridCol w="827289">
                  <a:extLst>
                    <a:ext uri="{9D8B030D-6E8A-4147-A177-3AD203B41FA5}">
                      <a16:colId xmlns:a16="http://schemas.microsoft.com/office/drawing/2014/main" val="1833790540"/>
                    </a:ext>
                  </a:extLst>
                </a:gridCol>
                <a:gridCol w="827289">
                  <a:extLst>
                    <a:ext uri="{9D8B030D-6E8A-4147-A177-3AD203B41FA5}">
                      <a16:colId xmlns:a16="http://schemas.microsoft.com/office/drawing/2014/main" val="1455697752"/>
                    </a:ext>
                  </a:extLst>
                </a:gridCol>
                <a:gridCol w="827289">
                  <a:extLst>
                    <a:ext uri="{9D8B030D-6E8A-4147-A177-3AD203B41FA5}">
                      <a16:colId xmlns:a16="http://schemas.microsoft.com/office/drawing/2014/main" val="865509219"/>
                    </a:ext>
                  </a:extLst>
                </a:gridCol>
              </a:tblGrid>
              <a:tr h="544865">
                <a:tc>
                  <a:txBody>
                    <a:bodyPr/>
                    <a:lstStyle/>
                    <a:p>
                      <a:pPr algn="ctr"/>
                      <a:r>
                        <a:rPr lang="en-US" sz="2400" dirty="0">
                          <a:solidFill>
                            <a:sysClr val="windowText" lastClr="000000"/>
                          </a:solidFill>
                        </a:rPr>
                        <a:t>S</a:t>
                      </a:r>
                    </a:p>
                  </a:txBody>
                  <a:tcPr anchor="ctr"/>
                </a:tc>
                <a:tc>
                  <a:txBody>
                    <a:bodyPr/>
                    <a:lstStyle/>
                    <a:p>
                      <a:pPr algn="ctr"/>
                      <a:r>
                        <a:rPr lang="en-US" sz="2400" dirty="0">
                          <a:solidFill>
                            <a:sysClr val="windowText" lastClr="000000"/>
                          </a:solidFill>
                        </a:rPr>
                        <a:t>H</a:t>
                      </a:r>
                      <a:r>
                        <a:rPr lang="en-US" sz="2400" baseline="-25000" dirty="0">
                          <a:solidFill>
                            <a:sysClr val="windowText" lastClr="000000"/>
                          </a:solidFill>
                        </a:rPr>
                        <a:t>0</a:t>
                      </a:r>
                    </a:p>
                  </a:txBody>
                  <a:tcPr anchor="ctr"/>
                </a:tc>
                <a:tc>
                  <a:txBody>
                    <a:bodyPr/>
                    <a:lstStyle/>
                    <a:p>
                      <a:pPr algn="ctr"/>
                      <a:r>
                        <a:rPr lang="en-US" sz="2400" dirty="0">
                          <a:solidFill>
                            <a:sysClr val="windowText" lastClr="000000"/>
                          </a:solidFill>
                        </a:rPr>
                        <a:t>H</a:t>
                      </a:r>
                      <a:r>
                        <a:rPr lang="en-US" sz="2400" baseline="-25000" dirty="0">
                          <a:solidFill>
                            <a:sysClr val="windowText" lastClr="000000"/>
                          </a:solidFill>
                        </a:rPr>
                        <a:t>1</a:t>
                      </a:r>
                      <a:endParaRPr lang="en-US" sz="2400" dirty="0">
                        <a:solidFill>
                          <a:sysClr val="windowText" lastClr="000000"/>
                        </a:solidFill>
                      </a:endParaRPr>
                    </a:p>
                  </a:txBody>
                  <a:tcPr anchor="ctr"/>
                </a:tc>
                <a:tc>
                  <a:txBody>
                    <a:bodyPr/>
                    <a:lstStyle/>
                    <a:p>
                      <a:pPr algn="ctr"/>
                      <a:r>
                        <a:rPr lang="en-US" sz="2400" dirty="0">
                          <a:solidFill>
                            <a:sysClr val="windowText" lastClr="000000"/>
                          </a:solidFill>
                        </a:rPr>
                        <a:t>H</a:t>
                      </a:r>
                      <a:r>
                        <a:rPr lang="en-US" sz="2400" baseline="-25000" dirty="0">
                          <a:solidFill>
                            <a:sysClr val="windowText" lastClr="000000"/>
                          </a:solidFill>
                        </a:rPr>
                        <a:t>2</a:t>
                      </a:r>
                      <a:endParaRPr lang="en-US" sz="2400" dirty="0">
                        <a:solidFill>
                          <a:sysClr val="windowText" lastClr="000000"/>
                        </a:solidFill>
                      </a:endParaRPr>
                    </a:p>
                  </a:txBody>
                  <a:tcPr anchor="ctr"/>
                </a:tc>
                <a:tc>
                  <a:txBody>
                    <a:bodyPr/>
                    <a:lstStyle/>
                    <a:p>
                      <a:pPr algn="ctr"/>
                      <a:r>
                        <a:rPr lang="en-US" sz="2400">
                          <a:solidFill>
                            <a:sysClr val="windowText" lastClr="000000"/>
                          </a:solidFill>
                        </a:rPr>
                        <a:t>H</a:t>
                      </a:r>
                      <a:r>
                        <a:rPr lang="en-US" sz="2400" baseline="-25000">
                          <a:solidFill>
                            <a:sysClr val="windowText" lastClr="000000"/>
                          </a:solidFill>
                        </a:rPr>
                        <a:t>3</a:t>
                      </a:r>
                      <a:endParaRPr lang="en-US" sz="2400">
                        <a:solidFill>
                          <a:sysClr val="windowText" lastClr="000000"/>
                        </a:solidFill>
                      </a:endParaRPr>
                    </a:p>
                  </a:txBody>
                  <a:tcPr anchor="ctr"/>
                </a:tc>
                <a:extLst>
                  <a:ext uri="{0D108BD9-81ED-4DB2-BD59-A6C34878D82A}">
                    <a16:rowId xmlns:a16="http://schemas.microsoft.com/office/drawing/2014/main" val="4039724011"/>
                  </a:ext>
                </a:extLst>
              </a:tr>
              <a:tr h="544865">
                <a:tc>
                  <a:txBody>
                    <a:bodyPr/>
                    <a:lstStyle/>
                    <a:p>
                      <a:pPr algn="ctr"/>
                      <a:r>
                        <a:rPr lang="en-US" sz="2400"/>
                        <a:t>0</a:t>
                      </a:r>
                    </a:p>
                  </a:txBody>
                  <a:tcPr anchor="ctr"/>
                </a:tc>
                <a:tc>
                  <a:txBody>
                    <a:bodyPr/>
                    <a:lstStyle/>
                    <a:p>
                      <a:pPr algn="ctr"/>
                      <a:r>
                        <a:rPr lang="en-US" sz="2400" baseline="0"/>
                        <a:t>I</a:t>
                      </a:r>
                      <a:r>
                        <a:rPr lang="en-US" sz="2400" baseline="-25000"/>
                        <a:t>R</a:t>
                      </a:r>
                    </a:p>
                  </a:txBody>
                  <a:tcPr anchor="ctr"/>
                </a:tc>
                <a:tc>
                  <a:txBody>
                    <a:bodyPr/>
                    <a:lstStyle/>
                    <a:p>
                      <a:pPr algn="ctr"/>
                      <a:r>
                        <a:rPr lang="en-US" sz="2400" dirty="0"/>
                        <a:t>A</a:t>
                      </a:r>
                      <a:r>
                        <a:rPr lang="en-US" sz="2400" baseline="-25000" dirty="0"/>
                        <a:t>0</a:t>
                      </a:r>
                    </a:p>
                  </a:txBody>
                  <a:tcPr anchor="ctr"/>
                </a:tc>
                <a:tc>
                  <a:txBody>
                    <a:bodyPr/>
                    <a:lstStyle/>
                    <a:p>
                      <a:pPr algn="ctr"/>
                      <a:r>
                        <a:rPr lang="en-US" sz="2400" dirty="0"/>
                        <a:t>A</a:t>
                      </a:r>
                      <a:r>
                        <a:rPr lang="en-US" sz="2400" baseline="-25000" dirty="0"/>
                        <a:t>1</a:t>
                      </a:r>
                      <a:endParaRPr lang="en-US" sz="2400" dirty="0"/>
                    </a:p>
                  </a:txBody>
                  <a:tcPr anchor="ctr"/>
                </a:tc>
                <a:tc>
                  <a:txBody>
                    <a:bodyPr/>
                    <a:lstStyle/>
                    <a:p>
                      <a:pPr algn="ctr"/>
                      <a:r>
                        <a:rPr lang="en-US" sz="2400"/>
                        <a:t>A</a:t>
                      </a:r>
                      <a:r>
                        <a:rPr lang="en-US" sz="2400" baseline="-25000"/>
                        <a:t>2</a:t>
                      </a:r>
                      <a:endParaRPr lang="en-US" sz="2400"/>
                    </a:p>
                  </a:txBody>
                  <a:tcPr anchor="ctr"/>
                </a:tc>
                <a:extLst>
                  <a:ext uri="{0D108BD9-81ED-4DB2-BD59-A6C34878D82A}">
                    <a16:rowId xmlns:a16="http://schemas.microsoft.com/office/drawing/2014/main" val="477139563"/>
                  </a:ext>
                </a:extLst>
              </a:tr>
              <a:tr h="544865">
                <a:tc>
                  <a:txBody>
                    <a:bodyPr/>
                    <a:lstStyle/>
                    <a:p>
                      <a:pPr algn="ctr"/>
                      <a:r>
                        <a:rPr lang="en-US" sz="2400"/>
                        <a:t>1</a:t>
                      </a:r>
                    </a:p>
                  </a:txBody>
                  <a:tcPr anchor="ctr"/>
                </a:tc>
                <a:tc>
                  <a:txBody>
                    <a:bodyPr/>
                    <a:lstStyle/>
                    <a:p>
                      <a:pPr algn="ctr"/>
                      <a:r>
                        <a:rPr lang="en-US" sz="2400"/>
                        <a:t>A</a:t>
                      </a:r>
                      <a:r>
                        <a:rPr lang="en-US" sz="2400" baseline="-25000"/>
                        <a:t>1</a:t>
                      </a:r>
                      <a:endParaRPr lang="en-US" sz="2400"/>
                    </a:p>
                  </a:txBody>
                  <a:tcPr anchor="ctr"/>
                </a:tc>
                <a:tc>
                  <a:txBody>
                    <a:bodyPr/>
                    <a:lstStyle/>
                    <a:p>
                      <a:pPr algn="ctr"/>
                      <a:r>
                        <a:rPr lang="en-US" sz="2400"/>
                        <a:t>A</a:t>
                      </a:r>
                      <a:r>
                        <a:rPr lang="en-US" sz="2400" baseline="-25000"/>
                        <a:t>2</a:t>
                      </a:r>
                      <a:endParaRPr lang="en-US" sz="2400"/>
                    </a:p>
                  </a:txBody>
                  <a:tcPr anchor="ctr"/>
                </a:tc>
                <a:tc>
                  <a:txBody>
                    <a:bodyPr/>
                    <a:lstStyle/>
                    <a:p>
                      <a:pPr algn="ctr"/>
                      <a:r>
                        <a:rPr lang="en-US" sz="2400"/>
                        <a:t>A</a:t>
                      </a:r>
                      <a:r>
                        <a:rPr lang="en-US" sz="2400" baseline="-25000"/>
                        <a:t>3</a:t>
                      </a:r>
                      <a:endParaRPr lang="en-US" sz="2400"/>
                    </a:p>
                  </a:txBody>
                  <a:tcPr anchor="ctr"/>
                </a:tc>
                <a:tc>
                  <a:txBody>
                    <a:bodyPr/>
                    <a:lstStyle/>
                    <a:p>
                      <a:pPr algn="ctr"/>
                      <a:r>
                        <a:rPr lang="en-US" sz="2400" dirty="0"/>
                        <a:t>I</a:t>
                      </a:r>
                      <a:r>
                        <a:rPr lang="en-US" sz="2400" baseline="-25000" dirty="0"/>
                        <a:t>L</a:t>
                      </a:r>
                      <a:endParaRPr lang="en-US" sz="2400" dirty="0"/>
                    </a:p>
                  </a:txBody>
                  <a:tcPr anchor="ctr"/>
                </a:tc>
                <a:extLst>
                  <a:ext uri="{0D108BD9-81ED-4DB2-BD59-A6C34878D82A}">
                    <a16:rowId xmlns:a16="http://schemas.microsoft.com/office/drawing/2014/main" val="1672496910"/>
                  </a:ext>
                </a:extLst>
              </a:tr>
            </a:tbl>
          </a:graphicData>
        </a:graphic>
      </p:graphicFrame>
    </p:spTree>
    <p:extLst>
      <p:ext uri="{BB962C8B-B14F-4D97-AF65-F5344CB8AC3E}">
        <p14:creationId xmlns:p14="http://schemas.microsoft.com/office/powerpoint/2010/main" val="9872248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F0DE-0001-75CE-10F8-08868B628EEE}"/>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138F165B-983E-7C5C-C0FB-565B35D8CAEF}"/>
              </a:ext>
            </a:extLst>
          </p:cNvPr>
          <p:cNvSpPr>
            <a:spLocks noGrp="1"/>
          </p:cNvSpPr>
          <p:nvPr>
            <p:ph type="title"/>
          </p:nvPr>
        </p:nvSpPr>
        <p:spPr>
          <a:xfrm>
            <a:off x="826009" y="199372"/>
            <a:ext cx="10036292" cy="773776"/>
          </a:xfrm>
        </p:spPr>
        <p:txBody>
          <a:bodyPr>
            <a:noAutofit/>
          </a:bodyPr>
          <a:lstStyle/>
          <a:p>
            <a:pPr algn="l" fontAlgn="base"/>
            <a:r>
              <a:rPr lang="en-US" sz="3600" b="1" i="0" dirty="0">
                <a:solidFill>
                  <a:srgbClr val="FFFFFF"/>
                </a:solidFill>
                <a:effectLst/>
                <a:latin typeface="+mn-lt"/>
              </a:rPr>
              <a:t>4 BIT </a:t>
            </a:r>
            <a:r>
              <a:rPr lang="en-US" sz="3600" dirty="0">
                <a:solidFill>
                  <a:srgbClr val="FFFFFF"/>
                </a:solidFill>
                <a:latin typeface="+mn-lt"/>
              </a:rPr>
              <a:t>ARITHMETIC &amp; LOGIC SHIFT UNIT</a:t>
            </a:r>
            <a:endParaRPr lang="en-IN" sz="3600" b="1" i="0" dirty="0">
              <a:solidFill>
                <a:srgbClr val="FFFFFF"/>
              </a:solidFill>
              <a:effectLst/>
              <a:latin typeface="+mn-lt"/>
            </a:endParaRPr>
          </a:p>
        </p:txBody>
      </p:sp>
      <p:sp>
        <p:nvSpPr>
          <p:cNvPr id="14" name="Text Placeholder 13">
            <a:extLst>
              <a:ext uri="{FF2B5EF4-FFF2-40B4-BE49-F238E27FC236}">
                <a16:creationId xmlns:a16="http://schemas.microsoft.com/office/drawing/2014/main" id="{9FA967FC-D2D5-F347-E092-D1886516A28A}"/>
              </a:ext>
            </a:extLst>
          </p:cNvPr>
          <p:cNvSpPr>
            <a:spLocks noGrp="1"/>
          </p:cNvSpPr>
          <p:nvPr>
            <p:ph type="body" sz="quarter" idx="14"/>
          </p:nvPr>
        </p:nvSpPr>
        <p:spPr>
          <a:xfrm flipV="1">
            <a:off x="1209243" y="1718420"/>
            <a:ext cx="45719" cy="45719"/>
          </a:xfrm>
        </p:spPr>
        <p:txBody>
          <a:bodyPr>
            <a:normAutofit fontScale="25000" lnSpcReduction="20000"/>
          </a:bodyPr>
          <a:lstStyle/>
          <a:p>
            <a:endParaRPr lang="en-US" dirty="0"/>
          </a:p>
        </p:txBody>
      </p:sp>
      <p:sp>
        <p:nvSpPr>
          <p:cNvPr id="13" name="Content Placeholder 12">
            <a:extLst>
              <a:ext uri="{FF2B5EF4-FFF2-40B4-BE49-F238E27FC236}">
                <a16:creationId xmlns:a16="http://schemas.microsoft.com/office/drawing/2014/main" id="{72C45370-E1D9-3F46-9CA1-D61CF4AADBB5}"/>
              </a:ext>
            </a:extLst>
          </p:cNvPr>
          <p:cNvSpPr>
            <a:spLocks noGrp="1"/>
          </p:cNvSpPr>
          <p:nvPr>
            <p:ph type="body" sz="quarter" idx="17"/>
          </p:nvPr>
        </p:nvSpPr>
        <p:spPr>
          <a:xfrm>
            <a:off x="657576" y="1140543"/>
            <a:ext cx="10373157" cy="5579662"/>
          </a:xfrm>
        </p:spPr>
        <p:txBody>
          <a:bodyPr>
            <a:noAutofit/>
          </a:bodyPr>
          <a:lstStyle/>
          <a:p>
            <a:pPr marL="457200" indent="-457200">
              <a:buFont typeface="Arial" panose="020B0604020202020204" pitchFamily="34" charset="0"/>
              <a:buChar char="•"/>
            </a:pPr>
            <a:endParaRPr lang="en-US" sz="1800" b="1" dirty="0">
              <a:latin typeface="Google Sans"/>
            </a:endParaRPr>
          </a:p>
        </p:txBody>
      </p:sp>
      <p:sp>
        <p:nvSpPr>
          <p:cNvPr id="16" name="Text Placeholder 15">
            <a:extLst>
              <a:ext uri="{FF2B5EF4-FFF2-40B4-BE49-F238E27FC236}">
                <a16:creationId xmlns:a16="http://schemas.microsoft.com/office/drawing/2014/main" id="{DB81B0B8-7A7A-D5D6-83BA-51A103B6E85B}"/>
              </a:ext>
            </a:extLst>
          </p:cNvPr>
          <p:cNvSpPr>
            <a:spLocks noGrp="1"/>
          </p:cNvSpPr>
          <p:nvPr>
            <p:ph type="body" sz="quarter" idx="16"/>
          </p:nvPr>
        </p:nvSpPr>
        <p:spPr>
          <a:xfrm flipH="1" flipV="1">
            <a:off x="11014180" y="1576416"/>
            <a:ext cx="45719" cy="187615"/>
          </a:xfrm>
        </p:spPr>
        <p:txBody>
          <a:bodyPr>
            <a:normAutofit fontScale="25000" lnSpcReduction="20000"/>
          </a:bodyPr>
          <a:lstStyle/>
          <a:p>
            <a:endParaRPr lang="en-US" dirty="0"/>
          </a:p>
        </p:txBody>
      </p:sp>
      <p:sp>
        <p:nvSpPr>
          <p:cNvPr id="15" name="Content Placeholder 14">
            <a:extLst>
              <a:ext uri="{FF2B5EF4-FFF2-40B4-BE49-F238E27FC236}">
                <a16:creationId xmlns:a16="http://schemas.microsoft.com/office/drawing/2014/main" id="{99DF2B7C-BBD7-0410-F56D-65EA0E147BF8}"/>
              </a:ext>
            </a:extLst>
          </p:cNvPr>
          <p:cNvSpPr>
            <a:spLocks noGrp="1"/>
          </p:cNvSpPr>
          <p:nvPr>
            <p:ph type="body" sz="quarter" idx="18"/>
          </p:nvPr>
        </p:nvSpPr>
        <p:spPr>
          <a:xfrm flipH="1">
            <a:off x="11700587" y="5694680"/>
            <a:ext cx="47585" cy="45719"/>
          </a:xfrm>
        </p:spPr>
        <p:txBody>
          <a:bodyPr>
            <a:normAutofit fontScale="25000" lnSpcReduction="20000"/>
          </a:bodyPr>
          <a:lstStyle/>
          <a:p>
            <a:endParaRPr lang="en-US" dirty="0"/>
          </a:p>
        </p:txBody>
      </p:sp>
      <p:sp>
        <p:nvSpPr>
          <p:cNvPr id="7" name="Footer Placeholder 6">
            <a:extLst>
              <a:ext uri="{FF2B5EF4-FFF2-40B4-BE49-F238E27FC236}">
                <a16:creationId xmlns:a16="http://schemas.microsoft.com/office/drawing/2014/main" id="{D6E58F5D-2981-60E2-A2B3-EC5558127957}"/>
              </a:ext>
            </a:extLst>
          </p:cNvPr>
          <p:cNvSpPr>
            <a:spLocks noGrp="1"/>
          </p:cNvSpPr>
          <p:nvPr>
            <p:ph type="ftr" sz="quarter" idx="11"/>
          </p:nvPr>
        </p:nvSpPr>
        <p:spPr>
          <a:xfrm>
            <a:off x="201168" y="6356350"/>
            <a:ext cx="4837176" cy="365125"/>
          </a:xfrm>
        </p:spPr>
        <p:txBody>
          <a:bodyPr/>
          <a:lstStyle/>
          <a:p>
            <a:pPr lvl="0"/>
            <a:endParaRPr lang="en-US" noProof="0" dirty="0"/>
          </a:p>
        </p:txBody>
      </p:sp>
      <p:sp>
        <p:nvSpPr>
          <p:cNvPr id="6" name="Date Placeholder 5">
            <a:extLst>
              <a:ext uri="{FF2B5EF4-FFF2-40B4-BE49-F238E27FC236}">
                <a16:creationId xmlns:a16="http://schemas.microsoft.com/office/drawing/2014/main" id="{9809F77C-4286-2D12-3D99-8906CAD19C0D}"/>
              </a:ext>
            </a:extLst>
          </p:cNvPr>
          <p:cNvSpPr>
            <a:spLocks noGrp="1"/>
          </p:cNvSpPr>
          <p:nvPr>
            <p:ph type="dt" sz="half" idx="10"/>
          </p:nvPr>
        </p:nvSpPr>
        <p:spPr>
          <a:xfrm>
            <a:off x="7013448" y="6355080"/>
            <a:ext cx="4352544" cy="365125"/>
          </a:xfrm>
        </p:spPr>
        <p:txBody>
          <a:bodyPr/>
          <a:lstStyle/>
          <a:p>
            <a:pPr lvl="0"/>
            <a:endParaRPr lang="en-US" noProof="0" dirty="0"/>
          </a:p>
        </p:txBody>
      </p:sp>
      <p:pic>
        <p:nvPicPr>
          <p:cNvPr id="3" name="Picture 2">
            <a:extLst>
              <a:ext uri="{FF2B5EF4-FFF2-40B4-BE49-F238E27FC236}">
                <a16:creationId xmlns:a16="http://schemas.microsoft.com/office/drawing/2014/main" id="{C0415930-6EAA-725C-AFE5-14689861B5A5}"/>
              </a:ext>
            </a:extLst>
          </p:cNvPr>
          <p:cNvPicPr>
            <a:picLocks noChangeAspect="1"/>
          </p:cNvPicPr>
          <p:nvPr/>
        </p:nvPicPr>
        <p:blipFill>
          <a:blip r:embed="rId2"/>
          <a:stretch>
            <a:fillRect/>
          </a:stretch>
        </p:blipFill>
        <p:spPr>
          <a:xfrm>
            <a:off x="1625835" y="1390436"/>
            <a:ext cx="9236466" cy="514720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999713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F0DE-0001-75CE-10F8-08868B628EEE}"/>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138F165B-983E-7C5C-C0FB-565B35D8CAEF}"/>
              </a:ext>
            </a:extLst>
          </p:cNvPr>
          <p:cNvSpPr>
            <a:spLocks noGrp="1"/>
          </p:cNvSpPr>
          <p:nvPr>
            <p:ph type="title"/>
          </p:nvPr>
        </p:nvSpPr>
        <p:spPr>
          <a:xfrm>
            <a:off x="826009" y="199372"/>
            <a:ext cx="10036292" cy="773776"/>
          </a:xfrm>
        </p:spPr>
        <p:txBody>
          <a:bodyPr>
            <a:noAutofit/>
          </a:bodyPr>
          <a:lstStyle/>
          <a:p>
            <a:pPr algn="l" fontAlgn="base"/>
            <a:r>
              <a:rPr lang="en-US" sz="3600" b="1" i="0" dirty="0">
                <a:solidFill>
                  <a:srgbClr val="FFFFFF"/>
                </a:solidFill>
                <a:effectLst/>
                <a:latin typeface="+mn-lt"/>
              </a:rPr>
              <a:t>4 BIT </a:t>
            </a:r>
            <a:r>
              <a:rPr lang="en-US" sz="3600" dirty="0">
                <a:solidFill>
                  <a:srgbClr val="FFFFFF"/>
                </a:solidFill>
                <a:latin typeface="+mn-lt"/>
              </a:rPr>
              <a:t>ARITHMETIC &amp; LOGIC SHIFT UNIT</a:t>
            </a:r>
            <a:endParaRPr lang="en-IN" sz="3600" b="1" i="0" dirty="0">
              <a:solidFill>
                <a:srgbClr val="FFFFFF"/>
              </a:solidFill>
              <a:effectLst/>
              <a:latin typeface="+mn-lt"/>
            </a:endParaRPr>
          </a:p>
        </p:txBody>
      </p:sp>
      <p:sp>
        <p:nvSpPr>
          <p:cNvPr id="14" name="Text Placeholder 13">
            <a:extLst>
              <a:ext uri="{FF2B5EF4-FFF2-40B4-BE49-F238E27FC236}">
                <a16:creationId xmlns:a16="http://schemas.microsoft.com/office/drawing/2014/main" id="{9FA967FC-D2D5-F347-E092-D1886516A28A}"/>
              </a:ext>
            </a:extLst>
          </p:cNvPr>
          <p:cNvSpPr>
            <a:spLocks noGrp="1"/>
          </p:cNvSpPr>
          <p:nvPr>
            <p:ph type="body" sz="quarter" idx="14"/>
          </p:nvPr>
        </p:nvSpPr>
        <p:spPr>
          <a:xfrm flipV="1">
            <a:off x="1209243" y="1718420"/>
            <a:ext cx="45719" cy="45719"/>
          </a:xfrm>
        </p:spPr>
        <p:txBody>
          <a:bodyPr>
            <a:normAutofit fontScale="25000" lnSpcReduction="20000"/>
          </a:bodyPr>
          <a:lstStyle/>
          <a:p>
            <a:endParaRPr lang="en-US" dirty="0"/>
          </a:p>
        </p:txBody>
      </p:sp>
      <p:sp>
        <p:nvSpPr>
          <p:cNvPr id="13" name="Content Placeholder 12">
            <a:extLst>
              <a:ext uri="{FF2B5EF4-FFF2-40B4-BE49-F238E27FC236}">
                <a16:creationId xmlns:a16="http://schemas.microsoft.com/office/drawing/2014/main" id="{72C45370-E1D9-3F46-9CA1-D61CF4AADBB5}"/>
              </a:ext>
            </a:extLst>
          </p:cNvPr>
          <p:cNvSpPr>
            <a:spLocks noGrp="1"/>
          </p:cNvSpPr>
          <p:nvPr>
            <p:ph type="body" sz="quarter" idx="17"/>
          </p:nvPr>
        </p:nvSpPr>
        <p:spPr>
          <a:xfrm>
            <a:off x="657576" y="1140543"/>
            <a:ext cx="10373157" cy="5579662"/>
          </a:xfrm>
        </p:spPr>
        <p:txBody>
          <a:bodyPr>
            <a:noAutofit/>
          </a:bodyPr>
          <a:lstStyle/>
          <a:p>
            <a:pPr marL="457200" indent="-457200">
              <a:buFont typeface="Arial" panose="020B0604020202020204" pitchFamily="34" charset="0"/>
              <a:buChar char="•"/>
            </a:pPr>
            <a:endParaRPr lang="en-US" sz="1800" b="1" dirty="0">
              <a:latin typeface="Google Sans"/>
            </a:endParaRPr>
          </a:p>
        </p:txBody>
      </p:sp>
      <p:sp>
        <p:nvSpPr>
          <p:cNvPr id="16" name="Text Placeholder 15">
            <a:extLst>
              <a:ext uri="{FF2B5EF4-FFF2-40B4-BE49-F238E27FC236}">
                <a16:creationId xmlns:a16="http://schemas.microsoft.com/office/drawing/2014/main" id="{DB81B0B8-7A7A-D5D6-83BA-51A103B6E85B}"/>
              </a:ext>
            </a:extLst>
          </p:cNvPr>
          <p:cNvSpPr>
            <a:spLocks noGrp="1"/>
          </p:cNvSpPr>
          <p:nvPr>
            <p:ph type="body" sz="quarter" idx="16"/>
          </p:nvPr>
        </p:nvSpPr>
        <p:spPr>
          <a:xfrm flipH="1" flipV="1">
            <a:off x="11014180" y="1576416"/>
            <a:ext cx="45719" cy="187615"/>
          </a:xfrm>
        </p:spPr>
        <p:txBody>
          <a:bodyPr>
            <a:normAutofit fontScale="25000" lnSpcReduction="20000"/>
          </a:bodyPr>
          <a:lstStyle/>
          <a:p>
            <a:endParaRPr lang="en-US" dirty="0"/>
          </a:p>
        </p:txBody>
      </p:sp>
      <p:sp>
        <p:nvSpPr>
          <p:cNvPr id="15" name="Content Placeholder 14">
            <a:extLst>
              <a:ext uri="{FF2B5EF4-FFF2-40B4-BE49-F238E27FC236}">
                <a16:creationId xmlns:a16="http://schemas.microsoft.com/office/drawing/2014/main" id="{99DF2B7C-BBD7-0410-F56D-65EA0E147BF8}"/>
              </a:ext>
            </a:extLst>
          </p:cNvPr>
          <p:cNvSpPr>
            <a:spLocks noGrp="1"/>
          </p:cNvSpPr>
          <p:nvPr>
            <p:ph type="body" sz="quarter" idx="18"/>
          </p:nvPr>
        </p:nvSpPr>
        <p:spPr>
          <a:xfrm flipH="1">
            <a:off x="11700587" y="5694680"/>
            <a:ext cx="47585" cy="45719"/>
          </a:xfrm>
        </p:spPr>
        <p:txBody>
          <a:bodyPr>
            <a:normAutofit fontScale="25000" lnSpcReduction="20000"/>
          </a:bodyPr>
          <a:lstStyle/>
          <a:p>
            <a:endParaRPr lang="en-US" dirty="0"/>
          </a:p>
        </p:txBody>
      </p:sp>
      <p:sp>
        <p:nvSpPr>
          <p:cNvPr id="7" name="Footer Placeholder 6">
            <a:extLst>
              <a:ext uri="{FF2B5EF4-FFF2-40B4-BE49-F238E27FC236}">
                <a16:creationId xmlns:a16="http://schemas.microsoft.com/office/drawing/2014/main" id="{D6E58F5D-2981-60E2-A2B3-EC5558127957}"/>
              </a:ext>
            </a:extLst>
          </p:cNvPr>
          <p:cNvSpPr>
            <a:spLocks noGrp="1"/>
          </p:cNvSpPr>
          <p:nvPr>
            <p:ph type="ftr" sz="quarter" idx="11"/>
          </p:nvPr>
        </p:nvSpPr>
        <p:spPr>
          <a:xfrm>
            <a:off x="201168" y="6356350"/>
            <a:ext cx="4837176" cy="365125"/>
          </a:xfrm>
        </p:spPr>
        <p:txBody>
          <a:bodyPr/>
          <a:lstStyle/>
          <a:p>
            <a:pPr lvl="0"/>
            <a:endParaRPr lang="en-US" noProof="0" dirty="0"/>
          </a:p>
        </p:txBody>
      </p:sp>
      <p:sp>
        <p:nvSpPr>
          <p:cNvPr id="6" name="Date Placeholder 5">
            <a:extLst>
              <a:ext uri="{FF2B5EF4-FFF2-40B4-BE49-F238E27FC236}">
                <a16:creationId xmlns:a16="http://schemas.microsoft.com/office/drawing/2014/main" id="{9809F77C-4286-2D12-3D99-8906CAD19C0D}"/>
              </a:ext>
            </a:extLst>
          </p:cNvPr>
          <p:cNvSpPr>
            <a:spLocks noGrp="1"/>
          </p:cNvSpPr>
          <p:nvPr>
            <p:ph type="dt" sz="half" idx="10"/>
          </p:nvPr>
        </p:nvSpPr>
        <p:spPr>
          <a:xfrm>
            <a:off x="7013448" y="6355080"/>
            <a:ext cx="4352544" cy="365125"/>
          </a:xfrm>
        </p:spPr>
        <p:txBody>
          <a:bodyPr/>
          <a:lstStyle/>
          <a:p>
            <a:pPr lvl="0"/>
            <a:endParaRPr lang="en-US" noProof="0" dirty="0"/>
          </a:p>
        </p:txBody>
      </p:sp>
      <p:pic>
        <p:nvPicPr>
          <p:cNvPr id="2" name="Picture 1">
            <a:extLst>
              <a:ext uri="{FF2B5EF4-FFF2-40B4-BE49-F238E27FC236}">
                <a16:creationId xmlns:a16="http://schemas.microsoft.com/office/drawing/2014/main" id="{1333F3B2-FBB3-8944-1CCA-263C173160B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5199" r="6191" b="26780"/>
          <a:stretch/>
        </p:blipFill>
        <p:spPr bwMode="auto">
          <a:xfrm>
            <a:off x="1" y="1576416"/>
            <a:ext cx="11971848" cy="416398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7817780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F0DE-0001-75CE-10F8-08868B628EEE}"/>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138F165B-983E-7C5C-C0FB-565B35D8CAEF}"/>
              </a:ext>
            </a:extLst>
          </p:cNvPr>
          <p:cNvSpPr>
            <a:spLocks noGrp="1"/>
          </p:cNvSpPr>
          <p:nvPr>
            <p:ph type="title"/>
          </p:nvPr>
        </p:nvSpPr>
        <p:spPr>
          <a:xfrm>
            <a:off x="826009" y="199372"/>
            <a:ext cx="10036292" cy="773776"/>
          </a:xfrm>
        </p:spPr>
        <p:txBody>
          <a:bodyPr>
            <a:noAutofit/>
          </a:bodyPr>
          <a:lstStyle/>
          <a:p>
            <a:pPr algn="l" fontAlgn="base"/>
            <a:r>
              <a:rPr lang="en-US" sz="3600" b="1" i="0" dirty="0">
                <a:solidFill>
                  <a:srgbClr val="FFFFFF"/>
                </a:solidFill>
                <a:effectLst/>
                <a:latin typeface="+mn-lt"/>
              </a:rPr>
              <a:t>4 BIT </a:t>
            </a:r>
            <a:r>
              <a:rPr lang="en-US" sz="3600" dirty="0">
                <a:solidFill>
                  <a:srgbClr val="FFFFFF"/>
                </a:solidFill>
                <a:latin typeface="+mn-lt"/>
              </a:rPr>
              <a:t>ARITHMETIC &amp; LOGIC SHIFT UNIT</a:t>
            </a:r>
            <a:endParaRPr lang="en-IN" sz="3600" b="1" i="0" dirty="0">
              <a:solidFill>
                <a:srgbClr val="FFFFFF"/>
              </a:solidFill>
              <a:effectLst/>
              <a:latin typeface="+mn-lt"/>
            </a:endParaRPr>
          </a:p>
        </p:txBody>
      </p:sp>
      <p:sp>
        <p:nvSpPr>
          <p:cNvPr id="14" name="Text Placeholder 13">
            <a:extLst>
              <a:ext uri="{FF2B5EF4-FFF2-40B4-BE49-F238E27FC236}">
                <a16:creationId xmlns:a16="http://schemas.microsoft.com/office/drawing/2014/main" id="{9FA967FC-D2D5-F347-E092-D1886516A28A}"/>
              </a:ext>
            </a:extLst>
          </p:cNvPr>
          <p:cNvSpPr>
            <a:spLocks noGrp="1"/>
          </p:cNvSpPr>
          <p:nvPr>
            <p:ph type="body" sz="quarter" idx="14"/>
          </p:nvPr>
        </p:nvSpPr>
        <p:spPr>
          <a:xfrm flipV="1">
            <a:off x="1209243" y="1718420"/>
            <a:ext cx="45719" cy="45719"/>
          </a:xfrm>
        </p:spPr>
        <p:txBody>
          <a:bodyPr>
            <a:normAutofit fontScale="25000" lnSpcReduction="20000"/>
          </a:bodyPr>
          <a:lstStyle/>
          <a:p>
            <a:endParaRPr lang="en-US" dirty="0"/>
          </a:p>
        </p:txBody>
      </p:sp>
      <p:sp>
        <p:nvSpPr>
          <p:cNvPr id="13" name="Content Placeholder 12">
            <a:extLst>
              <a:ext uri="{FF2B5EF4-FFF2-40B4-BE49-F238E27FC236}">
                <a16:creationId xmlns:a16="http://schemas.microsoft.com/office/drawing/2014/main" id="{72C45370-E1D9-3F46-9CA1-D61CF4AADBB5}"/>
              </a:ext>
            </a:extLst>
          </p:cNvPr>
          <p:cNvSpPr>
            <a:spLocks noGrp="1"/>
          </p:cNvSpPr>
          <p:nvPr>
            <p:ph type="body" sz="quarter" idx="17"/>
          </p:nvPr>
        </p:nvSpPr>
        <p:spPr>
          <a:xfrm>
            <a:off x="657576" y="1140543"/>
            <a:ext cx="10373157" cy="5579662"/>
          </a:xfrm>
        </p:spPr>
        <p:txBody>
          <a:bodyPr>
            <a:noAutofit/>
          </a:bodyPr>
          <a:lstStyle/>
          <a:p>
            <a:pPr marL="457200" indent="-457200">
              <a:buFont typeface="Arial" panose="020B0604020202020204" pitchFamily="34" charset="0"/>
              <a:buChar char="•"/>
            </a:pPr>
            <a:endParaRPr lang="en-US" sz="1800" b="1" dirty="0">
              <a:latin typeface="Google Sans"/>
            </a:endParaRPr>
          </a:p>
        </p:txBody>
      </p:sp>
      <p:sp>
        <p:nvSpPr>
          <p:cNvPr id="16" name="Text Placeholder 15">
            <a:extLst>
              <a:ext uri="{FF2B5EF4-FFF2-40B4-BE49-F238E27FC236}">
                <a16:creationId xmlns:a16="http://schemas.microsoft.com/office/drawing/2014/main" id="{DB81B0B8-7A7A-D5D6-83BA-51A103B6E85B}"/>
              </a:ext>
            </a:extLst>
          </p:cNvPr>
          <p:cNvSpPr>
            <a:spLocks noGrp="1"/>
          </p:cNvSpPr>
          <p:nvPr>
            <p:ph type="body" sz="quarter" idx="16"/>
          </p:nvPr>
        </p:nvSpPr>
        <p:spPr>
          <a:xfrm flipH="1" flipV="1">
            <a:off x="11014180" y="1576416"/>
            <a:ext cx="45719" cy="187615"/>
          </a:xfrm>
        </p:spPr>
        <p:txBody>
          <a:bodyPr>
            <a:normAutofit fontScale="25000" lnSpcReduction="20000"/>
          </a:bodyPr>
          <a:lstStyle/>
          <a:p>
            <a:endParaRPr lang="en-US" dirty="0"/>
          </a:p>
        </p:txBody>
      </p:sp>
      <p:sp>
        <p:nvSpPr>
          <p:cNvPr id="15" name="Content Placeholder 14">
            <a:extLst>
              <a:ext uri="{FF2B5EF4-FFF2-40B4-BE49-F238E27FC236}">
                <a16:creationId xmlns:a16="http://schemas.microsoft.com/office/drawing/2014/main" id="{99DF2B7C-BBD7-0410-F56D-65EA0E147BF8}"/>
              </a:ext>
            </a:extLst>
          </p:cNvPr>
          <p:cNvSpPr>
            <a:spLocks noGrp="1"/>
          </p:cNvSpPr>
          <p:nvPr>
            <p:ph type="body" sz="quarter" idx="18"/>
          </p:nvPr>
        </p:nvSpPr>
        <p:spPr>
          <a:xfrm flipH="1">
            <a:off x="11700587" y="5694680"/>
            <a:ext cx="47585" cy="45719"/>
          </a:xfrm>
        </p:spPr>
        <p:txBody>
          <a:bodyPr>
            <a:normAutofit fontScale="25000" lnSpcReduction="20000"/>
          </a:bodyPr>
          <a:lstStyle/>
          <a:p>
            <a:endParaRPr lang="en-US" dirty="0"/>
          </a:p>
        </p:txBody>
      </p:sp>
      <p:sp>
        <p:nvSpPr>
          <p:cNvPr id="7" name="Footer Placeholder 6">
            <a:extLst>
              <a:ext uri="{FF2B5EF4-FFF2-40B4-BE49-F238E27FC236}">
                <a16:creationId xmlns:a16="http://schemas.microsoft.com/office/drawing/2014/main" id="{D6E58F5D-2981-60E2-A2B3-EC5558127957}"/>
              </a:ext>
            </a:extLst>
          </p:cNvPr>
          <p:cNvSpPr>
            <a:spLocks noGrp="1"/>
          </p:cNvSpPr>
          <p:nvPr>
            <p:ph type="ftr" sz="quarter" idx="11"/>
          </p:nvPr>
        </p:nvSpPr>
        <p:spPr>
          <a:xfrm>
            <a:off x="201168" y="6356350"/>
            <a:ext cx="4837176" cy="365125"/>
          </a:xfrm>
        </p:spPr>
        <p:txBody>
          <a:bodyPr/>
          <a:lstStyle/>
          <a:p>
            <a:pPr lvl="0"/>
            <a:endParaRPr lang="en-US" noProof="0" dirty="0"/>
          </a:p>
        </p:txBody>
      </p:sp>
      <p:sp>
        <p:nvSpPr>
          <p:cNvPr id="6" name="Date Placeholder 5">
            <a:extLst>
              <a:ext uri="{FF2B5EF4-FFF2-40B4-BE49-F238E27FC236}">
                <a16:creationId xmlns:a16="http://schemas.microsoft.com/office/drawing/2014/main" id="{9809F77C-4286-2D12-3D99-8906CAD19C0D}"/>
              </a:ext>
            </a:extLst>
          </p:cNvPr>
          <p:cNvSpPr>
            <a:spLocks noGrp="1"/>
          </p:cNvSpPr>
          <p:nvPr>
            <p:ph type="dt" sz="half" idx="10"/>
          </p:nvPr>
        </p:nvSpPr>
        <p:spPr>
          <a:xfrm>
            <a:off x="7013448" y="6355080"/>
            <a:ext cx="4352544" cy="365125"/>
          </a:xfrm>
        </p:spPr>
        <p:txBody>
          <a:bodyPr/>
          <a:lstStyle/>
          <a:p>
            <a:pPr lvl="0"/>
            <a:endParaRPr lang="en-US" noProof="0"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BB0DB85-BC5E-8555-CFA2-D959DBBADAD9}"/>
                  </a:ext>
                </a:extLst>
              </p:cNvPr>
              <p:cNvGraphicFramePr>
                <a:graphicFrameLocks noGrp="1"/>
              </p:cNvGraphicFramePr>
              <p:nvPr>
                <p:extLst>
                  <p:ext uri="{D42A27DB-BD31-4B8C-83A1-F6EECF244321}">
                    <p14:modId xmlns:p14="http://schemas.microsoft.com/office/powerpoint/2010/main" val="4068567266"/>
                  </p:ext>
                </p:extLst>
              </p:nvPr>
            </p:nvGraphicFramePr>
            <p:xfrm>
              <a:off x="557378" y="1140543"/>
              <a:ext cx="10937036" cy="5624582"/>
            </p:xfrm>
            <a:graphic>
              <a:graphicData uri="http://schemas.openxmlformats.org/drawingml/2006/table">
                <a:tbl>
                  <a:tblPr firstRow="1" bandRow="1">
                    <a:tableStyleId>{073A0DAA-6AF3-43AB-8588-CEC1D06C72B9}</a:tableStyleId>
                  </a:tblPr>
                  <a:tblGrid>
                    <a:gridCol w="1342728">
                      <a:extLst>
                        <a:ext uri="{9D8B030D-6E8A-4147-A177-3AD203B41FA5}">
                          <a16:colId xmlns:a16="http://schemas.microsoft.com/office/drawing/2014/main" val="279254723"/>
                        </a:ext>
                      </a:extLst>
                    </a:gridCol>
                    <a:gridCol w="1342728">
                      <a:extLst>
                        <a:ext uri="{9D8B030D-6E8A-4147-A177-3AD203B41FA5}">
                          <a16:colId xmlns:a16="http://schemas.microsoft.com/office/drawing/2014/main" val="469115741"/>
                        </a:ext>
                      </a:extLst>
                    </a:gridCol>
                    <a:gridCol w="1342728">
                      <a:extLst>
                        <a:ext uri="{9D8B030D-6E8A-4147-A177-3AD203B41FA5}">
                          <a16:colId xmlns:a16="http://schemas.microsoft.com/office/drawing/2014/main" val="3384179611"/>
                        </a:ext>
                      </a:extLst>
                    </a:gridCol>
                    <a:gridCol w="1342728">
                      <a:extLst>
                        <a:ext uri="{9D8B030D-6E8A-4147-A177-3AD203B41FA5}">
                          <a16:colId xmlns:a16="http://schemas.microsoft.com/office/drawing/2014/main" val="831096704"/>
                        </a:ext>
                      </a:extLst>
                    </a:gridCol>
                    <a:gridCol w="1342728">
                      <a:extLst>
                        <a:ext uri="{9D8B030D-6E8A-4147-A177-3AD203B41FA5}">
                          <a16:colId xmlns:a16="http://schemas.microsoft.com/office/drawing/2014/main" val="1301942466"/>
                        </a:ext>
                      </a:extLst>
                    </a:gridCol>
                    <a:gridCol w="1894399">
                      <a:extLst>
                        <a:ext uri="{9D8B030D-6E8A-4147-A177-3AD203B41FA5}">
                          <a16:colId xmlns:a16="http://schemas.microsoft.com/office/drawing/2014/main" val="3843544800"/>
                        </a:ext>
                      </a:extLst>
                    </a:gridCol>
                    <a:gridCol w="2328997">
                      <a:extLst>
                        <a:ext uri="{9D8B030D-6E8A-4147-A177-3AD203B41FA5}">
                          <a16:colId xmlns:a16="http://schemas.microsoft.com/office/drawing/2014/main" val="855033673"/>
                        </a:ext>
                      </a:extLst>
                    </a:gridCol>
                  </a:tblGrid>
                  <a:tr h="351316">
                    <a:tc>
                      <a:txBody>
                        <a:bodyPr/>
                        <a:lstStyle/>
                        <a:p>
                          <a:pPr algn="ctr"/>
                          <a:r>
                            <a:rPr lang="en-US" sz="2000" dirty="0"/>
                            <a:t>S</a:t>
                          </a:r>
                          <a:r>
                            <a:rPr lang="en-US" sz="2000" baseline="-25000" dirty="0"/>
                            <a:t>3</a:t>
                          </a:r>
                          <a:endParaRPr lang="en-US" sz="2000" dirty="0"/>
                        </a:p>
                      </a:txBody>
                      <a:tcPr/>
                    </a:tc>
                    <a:tc>
                      <a:txBody>
                        <a:bodyPr/>
                        <a:lstStyle/>
                        <a:p>
                          <a:pPr algn="ctr"/>
                          <a:r>
                            <a:rPr lang="en-US" sz="2000"/>
                            <a:t>S</a:t>
                          </a:r>
                          <a:r>
                            <a:rPr lang="en-US" sz="2000" baseline="-25000"/>
                            <a:t>2</a:t>
                          </a:r>
                          <a:endParaRPr lang="en-US" sz="2000"/>
                        </a:p>
                      </a:txBody>
                      <a:tcPr/>
                    </a:tc>
                    <a:tc>
                      <a:txBody>
                        <a:bodyPr/>
                        <a:lstStyle/>
                        <a:p>
                          <a:pPr algn="ctr"/>
                          <a:r>
                            <a:rPr lang="en-US" sz="2000"/>
                            <a:t>S</a:t>
                          </a:r>
                          <a:r>
                            <a:rPr lang="en-US" sz="2000" baseline="-25000"/>
                            <a:t>1</a:t>
                          </a:r>
                          <a:endParaRPr lang="en-US" sz="2000"/>
                        </a:p>
                      </a:txBody>
                      <a:tcPr/>
                    </a:tc>
                    <a:tc>
                      <a:txBody>
                        <a:bodyPr/>
                        <a:lstStyle/>
                        <a:p>
                          <a:pPr algn="ctr"/>
                          <a:r>
                            <a:rPr lang="en-US" sz="2000"/>
                            <a:t>S</a:t>
                          </a:r>
                          <a:r>
                            <a:rPr lang="en-US" sz="2000" baseline="-25000"/>
                            <a:t>0</a:t>
                          </a:r>
                          <a:endParaRPr lang="en-US" sz="2000"/>
                        </a:p>
                      </a:txBody>
                      <a:tcPr/>
                    </a:tc>
                    <a:tc>
                      <a:txBody>
                        <a:bodyPr/>
                        <a:lstStyle/>
                        <a:p>
                          <a:pPr algn="ctr"/>
                          <a:r>
                            <a:rPr lang="en-US" sz="2000" err="1"/>
                            <a:t>C</a:t>
                          </a:r>
                          <a:r>
                            <a:rPr lang="en-US" sz="2000" baseline="-25000" err="1"/>
                            <a:t>in</a:t>
                          </a:r>
                          <a:endParaRPr lang="en-US" sz="2000"/>
                        </a:p>
                      </a:txBody>
                      <a:tcPr/>
                    </a:tc>
                    <a:tc>
                      <a:txBody>
                        <a:bodyPr/>
                        <a:lstStyle/>
                        <a:p>
                          <a:pPr algn="ctr"/>
                          <a:r>
                            <a:rPr lang="en-US" sz="2000" dirty="0"/>
                            <a:t>Operation</a:t>
                          </a:r>
                        </a:p>
                      </a:txBody>
                      <a:tcPr/>
                    </a:tc>
                    <a:tc>
                      <a:txBody>
                        <a:bodyPr/>
                        <a:lstStyle/>
                        <a:p>
                          <a:pPr algn="ctr"/>
                          <a:r>
                            <a:rPr lang="en-US" sz="2000" dirty="0"/>
                            <a:t>Function</a:t>
                          </a:r>
                        </a:p>
                      </a:txBody>
                      <a:tcPr/>
                    </a:tc>
                    <a:extLst>
                      <a:ext uri="{0D108BD9-81ED-4DB2-BD59-A6C34878D82A}">
                        <a16:rowId xmlns:a16="http://schemas.microsoft.com/office/drawing/2014/main" val="3791665848"/>
                      </a:ext>
                    </a:extLst>
                  </a:tr>
                  <a:tr h="373453">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dirty="0"/>
                            <a:t>0</a:t>
                          </a:r>
                        </a:p>
                      </a:txBody>
                      <a:tcPr/>
                    </a:tc>
                    <a:tc>
                      <a:txBody>
                        <a:bodyPr/>
                        <a:lstStyle/>
                        <a:p>
                          <a:pPr algn="l"/>
                          <a:r>
                            <a:rPr lang="en-US" sz="1400" b="0" i="0" dirty="0">
                              <a:latin typeface="Cambria Math" panose="02040503050406030204" pitchFamily="18" charset="0"/>
                              <a:ea typeface="Cambria Math" panose="02040503050406030204" pitchFamily="18" charset="0"/>
                            </a:rPr>
                            <a:t>F = A</a:t>
                          </a:r>
                        </a:p>
                      </a:txBody>
                      <a:tcPr/>
                    </a:tc>
                    <a:tc>
                      <a:txBody>
                        <a:bodyPr/>
                        <a:lstStyle/>
                        <a:p>
                          <a:pPr algn="l"/>
                          <a:r>
                            <a:rPr lang="en-US" sz="1400" b="0" i="0" dirty="0"/>
                            <a:t>Transfer A</a:t>
                          </a:r>
                        </a:p>
                      </a:txBody>
                      <a:tcPr/>
                    </a:tc>
                    <a:extLst>
                      <a:ext uri="{0D108BD9-81ED-4DB2-BD59-A6C34878D82A}">
                        <a16:rowId xmlns:a16="http://schemas.microsoft.com/office/drawing/2014/main" val="3330773845"/>
                      </a:ext>
                    </a:extLst>
                  </a:tr>
                  <a:tr h="373453">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a:t>0</a:t>
                          </a:r>
                        </a:p>
                      </a:txBody>
                      <a:tcPr/>
                    </a:tc>
                    <a:tc>
                      <a:txBody>
                        <a:bodyPr/>
                        <a:lstStyle/>
                        <a:p>
                          <a:pPr algn="ctr"/>
                          <a:r>
                            <a:rPr lang="en-US" sz="1400" b="0" i="0"/>
                            <a:t>0</a:t>
                          </a:r>
                        </a:p>
                      </a:txBody>
                      <a:tcPr/>
                    </a:tc>
                    <a:tc>
                      <a:txBody>
                        <a:bodyPr/>
                        <a:lstStyle/>
                        <a:p>
                          <a:pPr algn="ctr"/>
                          <a:r>
                            <a:rPr lang="en-US" sz="1400" b="0" i="0"/>
                            <a:t>1</a:t>
                          </a:r>
                        </a:p>
                      </a:txBody>
                      <a:tcPr/>
                    </a:tc>
                    <a:tc>
                      <a:txBody>
                        <a:bodyPr/>
                        <a:lstStyle/>
                        <a:p>
                          <a:pPr algn="l"/>
                          <a:r>
                            <a:rPr lang="en-US" sz="1400" b="0" i="0" dirty="0">
                              <a:latin typeface="Cambria Math" panose="02040503050406030204" pitchFamily="18" charset="0"/>
                              <a:ea typeface="Cambria Math" panose="02040503050406030204" pitchFamily="18" charset="0"/>
                            </a:rPr>
                            <a:t>F = A + 1</a:t>
                          </a:r>
                        </a:p>
                      </a:txBody>
                      <a:tcPr/>
                    </a:tc>
                    <a:tc>
                      <a:txBody>
                        <a:bodyPr/>
                        <a:lstStyle/>
                        <a:p>
                          <a:r>
                            <a:rPr lang="en-US" sz="1400" b="0" i="0" dirty="0"/>
                            <a:t>Increment A</a:t>
                          </a:r>
                        </a:p>
                      </a:txBody>
                      <a:tcPr/>
                    </a:tc>
                    <a:extLst>
                      <a:ext uri="{0D108BD9-81ED-4DB2-BD59-A6C34878D82A}">
                        <a16:rowId xmlns:a16="http://schemas.microsoft.com/office/drawing/2014/main" val="1163960474"/>
                      </a:ext>
                    </a:extLst>
                  </a:tr>
                  <a:tr h="373453">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a:t>1</a:t>
                          </a:r>
                        </a:p>
                      </a:txBody>
                      <a:tcPr/>
                    </a:tc>
                    <a:tc>
                      <a:txBody>
                        <a:bodyPr/>
                        <a:lstStyle/>
                        <a:p>
                          <a:pPr algn="ctr"/>
                          <a:r>
                            <a:rPr lang="en-US" sz="1400" b="0" i="0"/>
                            <a:t>0</a:t>
                          </a:r>
                        </a:p>
                      </a:txBody>
                      <a:tcPr/>
                    </a:tc>
                    <a:tc>
                      <a:txBody>
                        <a:bodyPr/>
                        <a:lstStyle/>
                        <a:p>
                          <a:pPr algn="l"/>
                          <a:r>
                            <a:rPr lang="en-US" sz="1400" b="0" i="0" dirty="0">
                              <a:latin typeface="Cambria Math" panose="02040503050406030204" pitchFamily="18" charset="0"/>
                              <a:ea typeface="Cambria Math" panose="02040503050406030204" pitchFamily="18" charset="0"/>
                            </a:rPr>
                            <a:t>F = A + B</a:t>
                          </a:r>
                        </a:p>
                      </a:txBody>
                      <a:tcPr/>
                    </a:tc>
                    <a:tc>
                      <a:txBody>
                        <a:bodyPr/>
                        <a:lstStyle/>
                        <a:p>
                          <a:r>
                            <a:rPr lang="en-US" sz="1400" b="0" i="0" dirty="0"/>
                            <a:t>Addition</a:t>
                          </a:r>
                        </a:p>
                      </a:txBody>
                      <a:tcPr/>
                    </a:tc>
                    <a:extLst>
                      <a:ext uri="{0D108BD9-81ED-4DB2-BD59-A6C34878D82A}">
                        <a16:rowId xmlns:a16="http://schemas.microsoft.com/office/drawing/2014/main" val="753377140"/>
                      </a:ext>
                    </a:extLst>
                  </a:tr>
                  <a:tr h="373453">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dirty="0"/>
                            <a:t>1</a:t>
                          </a:r>
                        </a:p>
                      </a:txBody>
                      <a:tcPr/>
                    </a:tc>
                    <a:tc>
                      <a:txBody>
                        <a:bodyPr/>
                        <a:lstStyle/>
                        <a:p>
                          <a:pPr algn="ctr"/>
                          <a:r>
                            <a:rPr lang="en-US" sz="1400" b="0" i="0"/>
                            <a:t>1</a:t>
                          </a:r>
                        </a:p>
                      </a:txBody>
                      <a:tcPr/>
                    </a:tc>
                    <a:tc>
                      <a:txBody>
                        <a:bodyPr/>
                        <a:lstStyle/>
                        <a:p>
                          <a:pPr algn="l"/>
                          <a:r>
                            <a:rPr lang="en-US" sz="1400" b="0" i="0" dirty="0">
                              <a:latin typeface="Cambria Math" panose="02040503050406030204" pitchFamily="18" charset="0"/>
                              <a:ea typeface="Cambria Math" panose="02040503050406030204" pitchFamily="18" charset="0"/>
                            </a:rPr>
                            <a:t>F = A + B + 1</a:t>
                          </a:r>
                        </a:p>
                      </a:txBody>
                      <a:tcPr/>
                    </a:tc>
                    <a:tc>
                      <a:txBody>
                        <a:bodyPr/>
                        <a:lstStyle/>
                        <a:p>
                          <a:r>
                            <a:rPr lang="en-US" sz="1400" b="0" i="0" dirty="0"/>
                            <a:t>Add with carry</a:t>
                          </a:r>
                        </a:p>
                      </a:txBody>
                      <a:tcPr/>
                    </a:tc>
                    <a:extLst>
                      <a:ext uri="{0D108BD9-81ED-4DB2-BD59-A6C34878D82A}">
                        <a16:rowId xmlns:a16="http://schemas.microsoft.com/office/drawing/2014/main" val="2910683384"/>
                      </a:ext>
                    </a:extLst>
                  </a:tr>
                  <a:tr h="373453">
                    <a:tc>
                      <a:txBody>
                        <a:bodyPr/>
                        <a:lstStyle/>
                        <a:p>
                          <a:pPr algn="ctr"/>
                          <a:r>
                            <a:rPr lang="en-US" sz="1400" b="0" i="0" dirty="0"/>
                            <a:t>0</a:t>
                          </a:r>
                        </a:p>
                      </a:txBody>
                      <a:tcPr anchor="ctr"/>
                    </a:tc>
                    <a:tc>
                      <a:txBody>
                        <a:bodyPr/>
                        <a:lstStyle/>
                        <a:p>
                          <a:pPr algn="ctr"/>
                          <a:r>
                            <a:rPr lang="en-US" sz="1400" b="0" i="0" dirty="0"/>
                            <a:t>0</a:t>
                          </a:r>
                        </a:p>
                      </a:txBody>
                      <a:tcPr anchor="ctr"/>
                    </a:tc>
                    <a:tc>
                      <a:txBody>
                        <a:bodyPr/>
                        <a:lstStyle/>
                        <a:p>
                          <a:pPr algn="ctr"/>
                          <a:r>
                            <a:rPr lang="en-US" sz="1400" b="0" i="0" dirty="0"/>
                            <a:t>1</a:t>
                          </a:r>
                        </a:p>
                      </a:txBody>
                      <a:tcPr anchor="ctr"/>
                    </a:tc>
                    <a:tc>
                      <a:txBody>
                        <a:bodyPr/>
                        <a:lstStyle/>
                        <a:p>
                          <a:pPr algn="ctr"/>
                          <a:r>
                            <a:rPr lang="en-US" sz="1400" b="0" i="0" dirty="0"/>
                            <a:t>0</a:t>
                          </a:r>
                        </a:p>
                      </a:txBody>
                      <a:tcPr anchor="ctr"/>
                    </a:tc>
                    <a:tc>
                      <a:txBody>
                        <a:bodyPr/>
                        <a:lstStyle/>
                        <a:p>
                          <a:pPr algn="ctr"/>
                          <a:r>
                            <a:rPr lang="en-US" sz="1400" b="0" i="0" dirty="0"/>
                            <a:t>0</a:t>
                          </a:r>
                        </a:p>
                      </a:txBody>
                      <a:tcPr anchor="ctr"/>
                    </a:tc>
                    <a:tc>
                      <a:txBody>
                        <a:bodyPr/>
                        <a:lstStyle/>
                        <a:p>
                          <a:pPr algn="l"/>
                          <a:r>
                            <a:rPr lang="en-US" sz="1400" b="0" i="0" dirty="0">
                              <a:latin typeface="Cambria Math" panose="02040503050406030204" pitchFamily="18" charset="0"/>
                              <a:ea typeface="Cambria Math" panose="02040503050406030204" pitchFamily="18" charset="0"/>
                            </a:rPr>
                            <a:t>F = A + B’ </a:t>
                          </a:r>
                        </a:p>
                      </a:txBody>
                      <a:tcPr anchor="ctr"/>
                    </a:tc>
                    <a:tc>
                      <a:txBody>
                        <a:bodyPr/>
                        <a:lstStyle/>
                        <a:p>
                          <a:r>
                            <a:rPr lang="en-US" sz="1400" b="0" i="0" dirty="0"/>
                            <a:t>Subtract with borrow</a:t>
                          </a:r>
                        </a:p>
                      </a:txBody>
                      <a:tcPr/>
                    </a:tc>
                    <a:extLst>
                      <a:ext uri="{0D108BD9-81ED-4DB2-BD59-A6C34878D82A}">
                        <a16:rowId xmlns:a16="http://schemas.microsoft.com/office/drawing/2014/main" val="4129621837"/>
                      </a:ext>
                    </a:extLst>
                  </a:tr>
                  <a:tr h="373453">
                    <a:tc>
                      <a:txBody>
                        <a:bodyPr/>
                        <a:lstStyle/>
                        <a:p>
                          <a:pPr algn="ctr"/>
                          <a:r>
                            <a:rPr lang="en-US" sz="1400" b="0" i="0" dirty="0"/>
                            <a:t>0</a:t>
                          </a:r>
                        </a:p>
                      </a:txBody>
                      <a:tcPr/>
                    </a:tc>
                    <a:tc>
                      <a:txBody>
                        <a:bodyPr/>
                        <a:lstStyle/>
                        <a:p>
                          <a:pPr algn="ctr"/>
                          <a:r>
                            <a:rPr lang="en-US" sz="1400" b="0" i="0"/>
                            <a:t>0</a:t>
                          </a:r>
                        </a:p>
                      </a:txBody>
                      <a:tcPr/>
                    </a:tc>
                    <a:tc>
                      <a:txBody>
                        <a:bodyPr/>
                        <a:lstStyle/>
                        <a:p>
                          <a:pPr algn="ctr"/>
                          <a:r>
                            <a:rPr lang="en-US" sz="1400" b="0" i="0" dirty="0"/>
                            <a:t>1</a:t>
                          </a:r>
                        </a:p>
                      </a:txBody>
                      <a:tcPr/>
                    </a:tc>
                    <a:tc>
                      <a:txBody>
                        <a:bodyPr/>
                        <a:lstStyle/>
                        <a:p>
                          <a:pPr algn="ctr"/>
                          <a:r>
                            <a:rPr lang="en-US" sz="1400" b="0" i="0" dirty="0"/>
                            <a:t>0</a:t>
                          </a:r>
                        </a:p>
                      </a:txBody>
                      <a:tcPr/>
                    </a:tc>
                    <a:tc>
                      <a:txBody>
                        <a:bodyPr/>
                        <a:lstStyle/>
                        <a:p>
                          <a:pPr algn="ctr"/>
                          <a:r>
                            <a:rPr lang="en-US" sz="1400" b="0" i="0"/>
                            <a:t>1</a:t>
                          </a:r>
                        </a:p>
                      </a:txBody>
                      <a:tcPr/>
                    </a:tc>
                    <a:tc>
                      <a:txBody>
                        <a:bodyPr/>
                        <a:lstStyle/>
                        <a:p>
                          <a:pPr algn="l"/>
                          <a:r>
                            <a:rPr lang="en-US" sz="1400" b="0" i="0" dirty="0">
                              <a:latin typeface="Cambria Math" panose="02040503050406030204" pitchFamily="18" charset="0"/>
                              <a:ea typeface="Cambria Math" panose="02040503050406030204" pitchFamily="18" charset="0"/>
                            </a:rPr>
                            <a:t>F = A + B’ + 1</a:t>
                          </a:r>
                        </a:p>
                      </a:txBody>
                      <a:tcPr/>
                    </a:tc>
                    <a:tc>
                      <a:txBody>
                        <a:bodyPr/>
                        <a:lstStyle/>
                        <a:p>
                          <a:r>
                            <a:rPr lang="en-US" sz="1400" b="0" i="0" dirty="0"/>
                            <a:t>Subtraction</a:t>
                          </a:r>
                        </a:p>
                      </a:txBody>
                      <a:tcPr/>
                    </a:tc>
                    <a:extLst>
                      <a:ext uri="{0D108BD9-81ED-4DB2-BD59-A6C34878D82A}">
                        <a16:rowId xmlns:a16="http://schemas.microsoft.com/office/drawing/2014/main" val="1681535021"/>
                      </a:ext>
                    </a:extLst>
                  </a:tr>
                  <a:tr h="373453">
                    <a:tc>
                      <a:txBody>
                        <a:bodyPr/>
                        <a:lstStyle/>
                        <a:p>
                          <a:pPr algn="ctr"/>
                          <a:r>
                            <a:rPr lang="en-US" sz="1400" b="0" i="0" dirty="0"/>
                            <a:t>0</a:t>
                          </a:r>
                        </a:p>
                      </a:txBody>
                      <a:tcPr/>
                    </a:tc>
                    <a:tc>
                      <a:txBody>
                        <a:bodyPr/>
                        <a:lstStyle/>
                        <a:p>
                          <a:pPr algn="ctr"/>
                          <a:r>
                            <a:rPr lang="en-US" sz="1400" b="0" i="0"/>
                            <a:t>0</a:t>
                          </a:r>
                        </a:p>
                      </a:txBody>
                      <a:tcPr/>
                    </a:tc>
                    <a:tc>
                      <a:txBody>
                        <a:bodyPr/>
                        <a:lstStyle/>
                        <a:p>
                          <a:pPr algn="ctr"/>
                          <a:r>
                            <a:rPr lang="en-US" sz="1400" b="0" i="0"/>
                            <a:t>1</a:t>
                          </a:r>
                        </a:p>
                      </a:txBody>
                      <a:tcPr/>
                    </a:tc>
                    <a:tc>
                      <a:txBody>
                        <a:bodyPr/>
                        <a:lstStyle/>
                        <a:p>
                          <a:pPr algn="ctr"/>
                          <a:r>
                            <a:rPr lang="en-US" sz="1400" b="0" i="0" dirty="0"/>
                            <a:t>1</a:t>
                          </a:r>
                        </a:p>
                      </a:txBody>
                      <a:tcPr/>
                    </a:tc>
                    <a:tc>
                      <a:txBody>
                        <a:bodyPr/>
                        <a:lstStyle/>
                        <a:p>
                          <a:pPr algn="ctr"/>
                          <a:r>
                            <a:rPr lang="en-US" sz="1400" b="0" i="0" dirty="0"/>
                            <a:t>0</a:t>
                          </a:r>
                        </a:p>
                      </a:txBody>
                      <a:tcPr/>
                    </a:tc>
                    <a:tc>
                      <a:txBody>
                        <a:bodyPr/>
                        <a:lstStyle/>
                        <a:p>
                          <a:pPr algn="l"/>
                          <a:r>
                            <a:rPr lang="en-US" sz="1400" b="0" i="0" dirty="0">
                              <a:latin typeface="Cambria Math" panose="02040503050406030204" pitchFamily="18" charset="0"/>
                              <a:ea typeface="Cambria Math" panose="02040503050406030204" pitchFamily="18" charset="0"/>
                            </a:rPr>
                            <a:t>F = A – 1</a:t>
                          </a:r>
                        </a:p>
                      </a:txBody>
                      <a:tcPr/>
                    </a:tc>
                    <a:tc>
                      <a:txBody>
                        <a:bodyPr/>
                        <a:lstStyle/>
                        <a:p>
                          <a:r>
                            <a:rPr lang="en-US" sz="1400" b="0" i="0" dirty="0"/>
                            <a:t>Decrement</a:t>
                          </a:r>
                        </a:p>
                      </a:txBody>
                      <a:tcPr/>
                    </a:tc>
                    <a:extLst>
                      <a:ext uri="{0D108BD9-81ED-4DB2-BD59-A6C34878D82A}">
                        <a16:rowId xmlns:a16="http://schemas.microsoft.com/office/drawing/2014/main" val="86694127"/>
                      </a:ext>
                    </a:extLst>
                  </a:tr>
                  <a:tr h="373453">
                    <a:tc>
                      <a:txBody>
                        <a:bodyPr/>
                        <a:lstStyle/>
                        <a:p>
                          <a:pPr algn="ctr"/>
                          <a:r>
                            <a:rPr lang="en-US" sz="1400" b="0" i="0" dirty="0"/>
                            <a:t>0</a:t>
                          </a:r>
                        </a:p>
                      </a:txBody>
                      <a:tcPr/>
                    </a:tc>
                    <a:tc>
                      <a:txBody>
                        <a:bodyPr/>
                        <a:lstStyle/>
                        <a:p>
                          <a:pPr algn="ctr"/>
                          <a:r>
                            <a:rPr lang="en-US" sz="1400" b="0" i="0"/>
                            <a:t>0</a:t>
                          </a:r>
                        </a:p>
                      </a:txBody>
                      <a:tcPr/>
                    </a:tc>
                    <a:tc>
                      <a:txBody>
                        <a:bodyPr/>
                        <a:lstStyle/>
                        <a:p>
                          <a:pPr algn="ctr"/>
                          <a:r>
                            <a:rPr lang="en-US" sz="1400" b="0" i="0"/>
                            <a:t>1</a:t>
                          </a:r>
                        </a:p>
                      </a:txBody>
                      <a:tcPr/>
                    </a:tc>
                    <a:tc>
                      <a:txBody>
                        <a:bodyPr/>
                        <a:lstStyle/>
                        <a:p>
                          <a:pPr algn="ctr"/>
                          <a:r>
                            <a:rPr lang="en-US" sz="1400" b="0" i="0" dirty="0"/>
                            <a:t>1</a:t>
                          </a:r>
                        </a:p>
                      </a:txBody>
                      <a:tcPr/>
                    </a:tc>
                    <a:tc>
                      <a:txBody>
                        <a:bodyPr/>
                        <a:lstStyle/>
                        <a:p>
                          <a:pPr algn="ctr"/>
                          <a:r>
                            <a:rPr lang="en-US" sz="1400" b="0" i="0" dirty="0"/>
                            <a:t>1</a:t>
                          </a:r>
                        </a:p>
                      </a:txBody>
                      <a:tcPr/>
                    </a:tc>
                    <a:tc>
                      <a:txBody>
                        <a:bodyPr/>
                        <a:lstStyle/>
                        <a:p>
                          <a:pPr algn="l"/>
                          <a:r>
                            <a:rPr lang="en-US" sz="1400" b="0" i="0" dirty="0">
                              <a:latin typeface="Cambria Math" panose="02040503050406030204" pitchFamily="18" charset="0"/>
                              <a:ea typeface="Cambria Math" panose="02040503050406030204" pitchFamily="18" charset="0"/>
                            </a:rPr>
                            <a:t>F = A</a:t>
                          </a:r>
                        </a:p>
                      </a:txBody>
                      <a:tcPr/>
                    </a:tc>
                    <a:tc>
                      <a:txBody>
                        <a:bodyPr/>
                        <a:lstStyle/>
                        <a:p>
                          <a:r>
                            <a:rPr lang="en-US" sz="1400" b="0" i="0" dirty="0"/>
                            <a:t>Transfer A</a:t>
                          </a:r>
                        </a:p>
                      </a:txBody>
                      <a:tcPr/>
                    </a:tc>
                    <a:extLst>
                      <a:ext uri="{0D108BD9-81ED-4DB2-BD59-A6C34878D82A}">
                        <a16:rowId xmlns:a16="http://schemas.microsoft.com/office/drawing/2014/main" val="445477886"/>
                      </a:ext>
                    </a:extLst>
                  </a:tr>
                  <a:tr h="373453">
                    <a:tc>
                      <a:txBody>
                        <a:bodyPr/>
                        <a:lstStyle/>
                        <a:p>
                          <a:pPr algn="ctr"/>
                          <a:r>
                            <a:rPr lang="en-US" sz="1400" b="0" i="0" dirty="0"/>
                            <a:t>0</a:t>
                          </a:r>
                        </a:p>
                      </a:txBody>
                      <a:tcPr/>
                    </a:tc>
                    <a:tc>
                      <a:txBody>
                        <a:bodyPr/>
                        <a:lstStyle/>
                        <a:p>
                          <a:pPr algn="ctr"/>
                          <a:r>
                            <a:rPr lang="en-US" sz="1400" b="0" i="0"/>
                            <a:t>1</a:t>
                          </a:r>
                        </a:p>
                      </a:txBody>
                      <a:tcPr/>
                    </a:tc>
                    <a:tc>
                      <a:txBody>
                        <a:bodyPr/>
                        <a:lstStyle/>
                        <a:p>
                          <a:pPr algn="ctr"/>
                          <a:r>
                            <a:rPr lang="en-US" sz="1400" b="0" i="0"/>
                            <a:t>0</a:t>
                          </a:r>
                        </a:p>
                      </a:txBody>
                      <a:tcPr/>
                    </a:tc>
                    <a:tc>
                      <a:txBody>
                        <a:bodyPr/>
                        <a:lstStyle/>
                        <a:p>
                          <a:pPr algn="ctr"/>
                          <a:r>
                            <a:rPr lang="en-US" sz="1400" b="0" i="0" dirty="0"/>
                            <a:t>0</a:t>
                          </a:r>
                        </a:p>
                      </a:txBody>
                      <a:tcPr/>
                    </a:tc>
                    <a:tc>
                      <a:txBody>
                        <a:bodyPr/>
                        <a:lstStyle/>
                        <a:p>
                          <a:pPr algn="ctr"/>
                          <a:r>
                            <a:rPr lang="en-US" sz="1400" b="0" i="0" dirty="0"/>
                            <a:t>x</a:t>
                          </a:r>
                        </a:p>
                      </a:txBody>
                      <a:tcPr/>
                    </a:tc>
                    <a:tc>
                      <a:txBody>
                        <a:bodyPr/>
                        <a:lstStyle/>
                        <a:p>
                          <a:pPr algn="l"/>
                          <a:r>
                            <a:rPr lang="en-US" sz="1400" b="0" i="0" dirty="0">
                              <a:latin typeface="Cambria Math" panose="02040503050406030204" pitchFamily="18" charset="0"/>
                              <a:ea typeface="Cambria Math" panose="02040503050406030204" pitchFamily="18" charset="0"/>
                            </a:rPr>
                            <a:t>F = </a:t>
                          </a:r>
                          <a14:m>
                            <m:oMath xmlns:m="http://schemas.openxmlformats.org/officeDocument/2006/math">
                              <m:r>
                                <m:rPr>
                                  <m:sty m:val="p"/>
                                </m:rPr>
                                <a:rPr lang="en-US" sz="1400" b="0" i="0" smtClean="0">
                                  <a:latin typeface="Cambria Math" panose="02040503050406030204" pitchFamily="18" charset="0"/>
                                  <a:ea typeface="Cambria Math" panose="02040503050406030204" pitchFamily="18" charset="0"/>
                                </a:rPr>
                                <m:t>A</m:t>
                              </m:r>
                              <m:r>
                                <a:rPr lang="en-US" sz="1400" b="0" i="0" smtClean="0">
                                  <a:latin typeface="Cambria Math" panose="02040503050406030204" pitchFamily="18" charset="0"/>
                                  <a:ea typeface="Cambria Math" panose="02040503050406030204" pitchFamily="18" charset="0"/>
                                </a:rPr>
                                <m:t> ⋀ </m:t>
                              </m:r>
                              <m:r>
                                <m:rPr>
                                  <m:sty m:val="p"/>
                                </m:rPr>
                                <a:rPr lang="en-US" sz="1400" b="0" i="0" smtClean="0">
                                  <a:latin typeface="Cambria Math" panose="02040503050406030204" pitchFamily="18" charset="0"/>
                                  <a:ea typeface="Cambria Math" panose="02040503050406030204" pitchFamily="18" charset="0"/>
                                </a:rPr>
                                <m:t>B</m:t>
                              </m:r>
                            </m:oMath>
                          </a14:m>
                          <a:endParaRPr lang="en-US" sz="1400" b="0" i="0" dirty="0">
                            <a:latin typeface="Cambria Math" panose="02040503050406030204" pitchFamily="18" charset="0"/>
                            <a:ea typeface="Cambria Math" panose="02040503050406030204" pitchFamily="18" charset="0"/>
                          </a:endParaRPr>
                        </a:p>
                      </a:txBody>
                      <a:tcPr/>
                    </a:tc>
                    <a:tc>
                      <a:txBody>
                        <a:bodyPr/>
                        <a:lstStyle/>
                        <a:p>
                          <a:r>
                            <a:rPr lang="en-US" sz="1400" b="0" i="0" dirty="0"/>
                            <a:t>AND</a:t>
                          </a:r>
                        </a:p>
                      </a:txBody>
                      <a:tcPr/>
                    </a:tc>
                    <a:extLst>
                      <a:ext uri="{0D108BD9-81ED-4DB2-BD59-A6C34878D82A}">
                        <a16:rowId xmlns:a16="http://schemas.microsoft.com/office/drawing/2014/main" val="3695276718"/>
                      </a:ext>
                    </a:extLst>
                  </a:tr>
                  <a:tr h="373453">
                    <a:tc>
                      <a:txBody>
                        <a:bodyPr/>
                        <a:lstStyle/>
                        <a:p>
                          <a:pPr algn="ctr"/>
                          <a:r>
                            <a:rPr lang="en-US" sz="1400" b="0" i="0" dirty="0"/>
                            <a:t>0</a:t>
                          </a:r>
                        </a:p>
                      </a:txBody>
                      <a:tcPr/>
                    </a:tc>
                    <a:tc>
                      <a:txBody>
                        <a:bodyPr/>
                        <a:lstStyle/>
                        <a:p>
                          <a:pPr algn="ctr"/>
                          <a:r>
                            <a:rPr lang="en-US" sz="1400" b="0" i="0"/>
                            <a:t>1</a:t>
                          </a:r>
                        </a:p>
                      </a:txBody>
                      <a:tcPr/>
                    </a:tc>
                    <a:tc>
                      <a:txBody>
                        <a:bodyPr/>
                        <a:lstStyle/>
                        <a:p>
                          <a:pPr algn="ctr"/>
                          <a:r>
                            <a:rPr lang="en-US" sz="1400" b="0" i="0"/>
                            <a:t>0</a:t>
                          </a:r>
                        </a:p>
                      </a:txBody>
                      <a:tcPr/>
                    </a:tc>
                    <a:tc>
                      <a:txBody>
                        <a:bodyPr/>
                        <a:lstStyle/>
                        <a:p>
                          <a:pPr algn="ctr"/>
                          <a:r>
                            <a:rPr lang="en-US" sz="1400" b="0" i="0" dirty="0"/>
                            <a:t>1</a:t>
                          </a:r>
                        </a:p>
                      </a:txBody>
                      <a:tcPr/>
                    </a:tc>
                    <a:tc>
                      <a:txBody>
                        <a:bodyPr/>
                        <a:lstStyle/>
                        <a:p>
                          <a:pPr algn="ctr"/>
                          <a:r>
                            <a:rPr lang="en-US" sz="1400" b="0" i="0" dirty="0"/>
                            <a:t>x</a:t>
                          </a:r>
                        </a:p>
                      </a:txBody>
                      <a:tcPr/>
                    </a:tc>
                    <a:tc>
                      <a:txBody>
                        <a:bodyPr/>
                        <a:lstStyle/>
                        <a:p>
                          <a:pPr algn="l"/>
                          <a:r>
                            <a:rPr lang="en-US" sz="1400" b="0" i="0" dirty="0">
                              <a:latin typeface="Cambria Math" panose="02040503050406030204" pitchFamily="18" charset="0"/>
                              <a:ea typeface="Cambria Math" panose="02040503050406030204" pitchFamily="18" charset="0"/>
                            </a:rPr>
                            <a:t>F = </a:t>
                          </a:r>
                          <a14:m>
                            <m:oMath xmlns:m="http://schemas.openxmlformats.org/officeDocument/2006/math">
                              <m:r>
                                <m:rPr>
                                  <m:sty m:val="p"/>
                                </m:rPr>
                                <a:rPr lang="en-US" sz="1400" b="0" i="0" smtClean="0">
                                  <a:latin typeface="Cambria Math" panose="02040503050406030204" pitchFamily="18" charset="0"/>
                                  <a:ea typeface="Cambria Math" panose="02040503050406030204" pitchFamily="18" charset="0"/>
                                </a:rPr>
                                <m:t>A</m:t>
                              </m:r>
                              <m:r>
                                <a:rPr lang="en-US" sz="1400" b="0" i="0" smtClean="0">
                                  <a:latin typeface="Cambria Math" panose="02040503050406030204" pitchFamily="18" charset="0"/>
                                  <a:ea typeface="Cambria Math" panose="02040503050406030204" pitchFamily="18" charset="0"/>
                                </a:rPr>
                                <m:t>∨</m:t>
                              </m:r>
                              <m:r>
                                <m:rPr>
                                  <m:sty m:val="p"/>
                                </m:rPr>
                                <a:rPr lang="en-US" sz="1400" b="0" i="0" smtClean="0">
                                  <a:latin typeface="Cambria Math" panose="02040503050406030204" pitchFamily="18" charset="0"/>
                                  <a:ea typeface="Cambria Math" panose="02040503050406030204" pitchFamily="18" charset="0"/>
                                </a:rPr>
                                <m:t>B</m:t>
                              </m:r>
                            </m:oMath>
                          </a14:m>
                          <a:endParaRPr lang="en-US" sz="1400" b="0" i="0" dirty="0">
                            <a:latin typeface="Cambria Math" panose="02040503050406030204" pitchFamily="18" charset="0"/>
                            <a:ea typeface="Cambria Math" panose="02040503050406030204" pitchFamily="18" charset="0"/>
                          </a:endParaRPr>
                        </a:p>
                      </a:txBody>
                      <a:tcPr/>
                    </a:tc>
                    <a:tc>
                      <a:txBody>
                        <a:bodyPr/>
                        <a:lstStyle/>
                        <a:p>
                          <a:r>
                            <a:rPr lang="en-US" sz="1400" b="0" i="0" dirty="0"/>
                            <a:t>OR</a:t>
                          </a:r>
                        </a:p>
                      </a:txBody>
                      <a:tcPr/>
                    </a:tc>
                    <a:extLst>
                      <a:ext uri="{0D108BD9-81ED-4DB2-BD59-A6C34878D82A}">
                        <a16:rowId xmlns:a16="http://schemas.microsoft.com/office/drawing/2014/main" val="3262813426"/>
                      </a:ext>
                    </a:extLst>
                  </a:tr>
                  <a:tr h="373453">
                    <a:tc>
                      <a:txBody>
                        <a:bodyPr/>
                        <a:lstStyle/>
                        <a:p>
                          <a:pPr algn="ctr"/>
                          <a:r>
                            <a:rPr lang="en-US" sz="1400" b="0" i="0" dirty="0"/>
                            <a:t>0</a:t>
                          </a:r>
                        </a:p>
                      </a:txBody>
                      <a:tcPr/>
                    </a:tc>
                    <a:tc>
                      <a:txBody>
                        <a:bodyPr/>
                        <a:lstStyle/>
                        <a:p>
                          <a:pPr algn="ctr"/>
                          <a:r>
                            <a:rPr lang="en-US" sz="1400" b="0" i="0"/>
                            <a:t>1</a:t>
                          </a:r>
                        </a:p>
                      </a:txBody>
                      <a:tcPr/>
                    </a:tc>
                    <a:tc>
                      <a:txBody>
                        <a:bodyPr/>
                        <a:lstStyle/>
                        <a:p>
                          <a:pPr algn="ctr"/>
                          <a:r>
                            <a:rPr lang="en-US" sz="1400" b="0" i="0"/>
                            <a:t>1</a:t>
                          </a:r>
                        </a:p>
                      </a:txBody>
                      <a:tcPr/>
                    </a:tc>
                    <a:tc>
                      <a:txBody>
                        <a:bodyPr/>
                        <a:lstStyle/>
                        <a:p>
                          <a:pPr algn="ctr"/>
                          <a:r>
                            <a:rPr lang="en-US" sz="1400" b="0" i="0" dirty="0"/>
                            <a:t>0</a:t>
                          </a:r>
                        </a:p>
                      </a:txBody>
                      <a:tcPr/>
                    </a:tc>
                    <a:tc>
                      <a:txBody>
                        <a:bodyPr/>
                        <a:lstStyle/>
                        <a:p>
                          <a:pPr algn="ctr"/>
                          <a:r>
                            <a:rPr lang="en-US" sz="1400" b="0" i="0" dirty="0"/>
                            <a:t>x</a:t>
                          </a:r>
                        </a:p>
                      </a:txBody>
                      <a:tcPr/>
                    </a:tc>
                    <a:tc>
                      <a:txBody>
                        <a:bodyPr/>
                        <a:lstStyle/>
                        <a:p>
                          <a:pPr algn="l"/>
                          <a:r>
                            <a:rPr lang="en-US" sz="1400" b="0" i="0" dirty="0">
                              <a:latin typeface="Cambria Math" panose="02040503050406030204" pitchFamily="18" charset="0"/>
                              <a:ea typeface="Cambria Math" panose="02040503050406030204" pitchFamily="18" charset="0"/>
                            </a:rPr>
                            <a:t>F = A ⊕B</a:t>
                          </a:r>
                        </a:p>
                      </a:txBody>
                      <a:tcPr/>
                    </a:tc>
                    <a:tc>
                      <a:txBody>
                        <a:bodyPr/>
                        <a:lstStyle/>
                        <a:p>
                          <a:r>
                            <a:rPr lang="en-US" sz="1400" b="0" i="0" dirty="0"/>
                            <a:t>XOR</a:t>
                          </a:r>
                        </a:p>
                      </a:txBody>
                      <a:tcPr/>
                    </a:tc>
                    <a:extLst>
                      <a:ext uri="{0D108BD9-81ED-4DB2-BD59-A6C34878D82A}">
                        <a16:rowId xmlns:a16="http://schemas.microsoft.com/office/drawing/2014/main" val="1682893600"/>
                      </a:ext>
                    </a:extLst>
                  </a:tr>
                  <a:tr h="373453">
                    <a:tc>
                      <a:txBody>
                        <a:bodyPr/>
                        <a:lstStyle/>
                        <a:p>
                          <a:pPr algn="ctr"/>
                          <a:r>
                            <a:rPr lang="en-US" sz="1400" b="0" i="0" dirty="0"/>
                            <a:t>0</a:t>
                          </a:r>
                        </a:p>
                      </a:txBody>
                      <a:tcPr/>
                    </a:tc>
                    <a:tc>
                      <a:txBody>
                        <a:bodyPr/>
                        <a:lstStyle/>
                        <a:p>
                          <a:pPr algn="ctr"/>
                          <a:r>
                            <a:rPr lang="en-US" sz="1400" b="0" i="0"/>
                            <a:t>1</a:t>
                          </a:r>
                        </a:p>
                      </a:txBody>
                      <a:tcPr/>
                    </a:tc>
                    <a:tc>
                      <a:txBody>
                        <a:bodyPr/>
                        <a:lstStyle/>
                        <a:p>
                          <a:pPr algn="ctr"/>
                          <a:r>
                            <a:rPr lang="en-US" sz="1400" b="0" i="0"/>
                            <a:t>1</a:t>
                          </a:r>
                        </a:p>
                      </a:txBody>
                      <a:tcPr/>
                    </a:tc>
                    <a:tc>
                      <a:txBody>
                        <a:bodyPr/>
                        <a:lstStyle/>
                        <a:p>
                          <a:pPr algn="ctr"/>
                          <a:r>
                            <a:rPr lang="en-US" sz="1400" b="0" i="0" dirty="0"/>
                            <a:t>1</a:t>
                          </a:r>
                        </a:p>
                      </a:txBody>
                      <a:tcPr/>
                    </a:tc>
                    <a:tc>
                      <a:txBody>
                        <a:bodyPr/>
                        <a:lstStyle/>
                        <a:p>
                          <a:pPr algn="ctr"/>
                          <a:r>
                            <a:rPr lang="en-US" sz="1400" b="0" i="0" dirty="0"/>
                            <a:t>x</a:t>
                          </a:r>
                        </a:p>
                      </a:txBody>
                      <a:tcPr/>
                    </a:tc>
                    <a:tc>
                      <a:txBody>
                        <a:bodyPr/>
                        <a:lstStyle/>
                        <a:p>
                          <a:pPr algn="l"/>
                          <a:r>
                            <a:rPr lang="en-US" sz="1400" b="0" i="0" dirty="0">
                              <a:latin typeface="Cambria Math" panose="02040503050406030204" pitchFamily="18" charset="0"/>
                              <a:ea typeface="Cambria Math" panose="02040503050406030204" pitchFamily="18" charset="0"/>
                            </a:rPr>
                            <a:t>F = A’ </a:t>
                          </a:r>
                        </a:p>
                      </a:txBody>
                      <a:tcPr/>
                    </a:tc>
                    <a:tc>
                      <a:txBody>
                        <a:bodyPr/>
                        <a:lstStyle/>
                        <a:p>
                          <a:r>
                            <a:rPr lang="en-US" sz="1400" b="0" i="0" dirty="0"/>
                            <a:t>Complement A</a:t>
                          </a:r>
                        </a:p>
                      </a:txBody>
                      <a:tcPr/>
                    </a:tc>
                    <a:extLst>
                      <a:ext uri="{0D108BD9-81ED-4DB2-BD59-A6C34878D82A}">
                        <a16:rowId xmlns:a16="http://schemas.microsoft.com/office/drawing/2014/main" val="3116574117"/>
                      </a:ext>
                    </a:extLst>
                  </a:tr>
                  <a:tr h="373453">
                    <a:tc>
                      <a:txBody>
                        <a:bodyPr/>
                        <a:lstStyle/>
                        <a:p>
                          <a:pPr algn="ctr"/>
                          <a:r>
                            <a:rPr lang="en-IN" sz="1400" i="0" dirty="0"/>
                            <a:t>1</a:t>
                          </a:r>
                        </a:p>
                      </a:txBody>
                      <a:tcPr/>
                    </a:tc>
                    <a:tc>
                      <a:txBody>
                        <a:bodyPr/>
                        <a:lstStyle/>
                        <a:p>
                          <a:pPr algn="ctr"/>
                          <a:r>
                            <a:rPr lang="en-IN" sz="1400" i="0" dirty="0"/>
                            <a:t>0</a:t>
                          </a:r>
                        </a:p>
                      </a:txBody>
                      <a:tcPr/>
                    </a:tc>
                    <a:tc>
                      <a:txBody>
                        <a:bodyPr/>
                        <a:lstStyle/>
                        <a:p>
                          <a:pPr algn="ctr"/>
                          <a:r>
                            <a:rPr lang="en-IN" sz="1400" i="0" dirty="0"/>
                            <a:t>X</a:t>
                          </a:r>
                        </a:p>
                      </a:txBody>
                      <a:tcPr/>
                    </a:tc>
                    <a:tc>
                      <a:txBody>
                        <a:bodyPr/>
                        <a:lstStyle/>
                        <a:p>
                          <a:pPr algn="ctr"/>
                          <a:r>
                            <a:rPr lang="en-IN" sz="1400" i="0" dirty="0"/>
                            <a:t>X</a:t>
                          </a:r>
                        </a:p>
                      </a:txBody>
                      <a:tcPr/>
                    </a:tc>
                    <a:tc>
                      <a:txBody>
                        <a:bodyPr/>
                        <a:lstStyle/>
                        <a:p>
                          <a:pPr algn="ctr"/>
                          <a:r>
                            <a:rPr lang="en-IN" sz="1400" i="0" dirty="0"/>
                            <a:t>X</a:t>
                          </a:r>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400" b="0" i="0" dirty="0">
                              <a:latin typeface="Cambria Math" panose="02040503050406030204" pitchFamily="18" charset="0"/>
                              <a:ea typeface="Cambria Math" panose="02040503050406030204" pitchFamily="18" charset="0"/>
                            </a:rPr>
                            <a:t>F = </a:t>
                          </a:r>
                          <a:r>
                            <a:rPr lang="en-US" sz="1400" b="0" i="0" dirty="0" err="1">
                              <a:latin typeface="Cambria Math" panose="02040503050406030204" pitchFamily="18" charset="0"/>
                              <a:ea typeface="Cambria Math" panose="02040503050406030204" pitchFamily="18" charset="0"/>
                            </a:rPr>
                            <a:t>shr</a:t>
                          </a:r>
                          <a:r>
                            <a:rPr lang="en-US" sz="1400" b="0" i="0" dirty="0">
                              <a:latin typeface="Cambria Math" panose="02040503050406030204" pitchFamily="18" charset="0"/>
                              <a:ea typeface="Cambria Math" panose="02040503050406030204" pitchFamily="18" charset="0"/>
                            </a:rPr>
                            <a:t> A</a:t>
                          </a:r>
                        </a:p>
                      </a:txBody>
                      <a:tcPr/>
                    </a:tc>
                    <a:tc>
                      <a:txBody>
                        <a:bodyPr/>
                        <a:lstStyle/>
                        <a:p>
                          <a:r>
                            <a:rPr lang="en-US" sz="1400" b="0" i="0" dirty="0"/>
                            <a:t>Shift</a:t>
                          </a:r>
                          <a:r>
                            <a:rPr lang="en-US" sz="1400" b="0" i="0" baseline="0" dirty="0"/>
                            <a:t> right A into F</a:t>
                          </a:r>
                          <a:endParaRPr lang="en-IN" sz="1400" i="0" dirty="0"/>
                        </a:p>
                      </a:txBody>
                      <a:tcPr/>
                    </a:tc>
                    <a:extLst>
                      <a:ext uri="{0D108BD9-81ED-4DB2-BD59-A6C34878D82A}">
                        <a16:rowId xmlns:a16="http://schemas.microsoft.com/office/drawing/2014/main" val="723018993"/>
                      </a:ext>
                    </a:extLst>
                  </a:tr>
                  <a:tr h="373453">
                    <a:tc>
                      <a:txBody>
                        <a:bodyPr/>
                        <a:lstStyle/>
                        <a:p>
                          <a:pPr algn="ctr"/>
                          <a:r>
                            <a:rPr lang="en-IN" sz="1400" i="0" dirty="0"/>
                            <a:t>1</a:t>
                          </a:r>
                        </a:p>
                      </a:txBody>
                      <a:tcPr/>
                    </a:tc>
                    <a:tc>
                      <a:txBody>
                        <a:bodyPr/>
                        <a:lstStyle/>
                        <a:p>
                          <a:pPr algn="ctr"/>
                          <a:r>
                            <a:rPr lang="en-IN" sz="1400" i="0" dirty="0"/>
                            <a:t>1</a:t>
                          </a:r>
                        </a:p>
                      </a:txBody>
                      <a:tcPr/>
                    </a:tc>
                    <a:tc>
                      <a:txBody>
                        <a:bodyPr/>
                        <a:lstStyle/>
                        <a:p>
                          <a:pPr algn="ctr"/>
                          <a:r>
                            <a:rPr lang="en-IN" sz="1400" i="0" dirty="0"/>
                            <a:t>X</a:t>
                          </a:r>
                        </a:p>
                      </a:txBody>
                      <a:tcPr/>
                    </a:tc>
                    <a:tc>
                      <a:txBody>
                        <a:bodyPr/>
                        <a:lstStyle/>
                        <a:p>
                          <a:pPr algn="ctr"/>
                          <a:r>
                            <a:rPr lang="en-IN" sz="1400" i="0" dirty="0"/>
                            <a:t>X</a:t>
                          </a:r>
                        </a:p>
                      </a:txBody>
                      <a:tcPr/>
                    </a:tc>
                    <a:tc>
                      <a:txBody>
                        <a:bodyPr/>
                        <a:lstStyle/>
                        <a:p>
                          <a:pPr algn="ctr"/>
                          <a:r>
                            <a:rPr lang="en-IN" sz="1400" i="0" dirty="0"/>
                            <a:t>X</a:t>
                          </a:r>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400" b="0" i="0" dirty="0">
                              <a:latin typeface="Cambria Math" panose="02040503050406030204" pitchFamily="18" charset="0"/>
                              <a:ea typeface="Cambria Math" panose="02040503050406030204" pitchFamily="18" charset="0"/>
                            </a:rPr>
                            <a:t>F = </a:t>
                          </a:r>
                          <a:r>
                            <a:rPr lang="en-US" sz="1400" b="0" i="0" dirty="0" err="1">
                              <a:latin typeface="Cambria Math" panose="02040503050406030204" pitchFamily="18" charset="0"/>
                              <a:ea typeface="Cambria Math" panose="02040503050406030204" pitchFamily="18" charset="0"/>
                            </a:rPr>
                            <a:t>shl</a:t>
                          </a:r>
                          <a:r>
                            <a:rPr lang="en-US" sz="1400" b="0" i="0" dirty="0">
                              <a:latin typeface="Cambria Math" panose="02040503050406030204" pitchFamily="18" charset="0"/>
                              <a:ea typeface="Cambria Math" panose="02040503050406030204" pitchFamily="18" charset="0"/>
                            </a:rPr>
                            <a:t> A</a:t>
                          </a:r>
                        </a:p>
                      </a:txBody>
                      <a:tcPr/>
                    </a:tc>
                    <a:tc>
                      <a:txBody>
                        <a:bodyPr/>
                        <a:lstStyle/>
                        <a:p>
                          <a:r>
                            <a:rPr lang="en-US" sz="1400" b="0" i="0" dirty="0"/>
                            <a:t>Shift</a:t>
                          </a:r>
                          <a:r>
                            <a:rPr lang="en-US" sz="1400" b="0" i="0" baseline="0" dirty="0"/>
                            <a:t> left A into</a:t>
                          </a:r>
                          <a:r>
                            <a:rPr lang="en-IN" sz="1400" b="0" i="0" baseline="0" dirty="0"/>
                            <a:t> F</a:t>
                          </a:r>
                          <a:endParaRPr lang="en-US" sz="1400" b="0" i="0" baseline="0" dirty="0"/>
                        </a:p>
                      </a:txBody>
                      <a:tcPr/>
                    </a:tc>
                    <a:extLst>
                      <a:ext uri="{0D108BD9-81ED-4DB2-BD59-A6C34878D82A}">
                        <a16:rowId xmlns:a16="http://schemas.microsoft.com/office/drawing/2014/main" val="4213304718"/>
                      </a:ext>
                    </a:extLst>
                  </a:tr>
                </a:tbl>
              </a:graphicData>
            </a:graphic>
          </p:graphicFrame>
        </mc:Choice>
        <mc:Fallback xmlns="">
          <p:graphicFrame>
            <p:nvGraphicFramePr>
              <p:cNvPr id="2" name="Table 1">
                <a:extLst>
                  <a:ext uri="{FF2B5EF4-FFF2-40B4-BE49-F238E27FC236}">
                    <a16:creationId xmlns:a16="http://schemas.microsoft.com/office/drawing/2014/main" id="{BBB0DB85-BC5E-8555-CFA2-D959DBBADAD9}"/>
                  </a:ext>
                </a:extLst>
              </p:cNvPr>
              <p:cNvGraphicFramePr>
                <a:graphicFrameLocks noGrp="1"/>
              </p:cNvGraphicFramePr>
              <p:nvPr>
                <p:extLst>
                  <p:ext uri="{D42A27DB-BD31-4B8C-83A1-F6EECF244321}">
                    <p14:modId xmlns:p14="http://schemas.microsoft.com/office/powerpoint/2010/main" val="4068567266"/>
                  </p:ext>
                </p:extLst>
              </p:nvPr>
            </p:nvGraphicFramePr>
            <p:xfrm>
              <a:off x="557378" y="1140543"/>
              <a:ext cx="10937036" cy="5624582"/>
            </p:xfrm>
            <a:graphic>
              <a:graphicData uri="http://schemas.openxmlformats.org/drawingml/2006/table">
                <a:tbl>
                  <a:tblPr firstRow="1" bandRow="1">
                    <a:tableStyleId>{073A0DAA-6AF3-43AB-8588-CEC1D06C72B9}</a:tableStyleId>
                  </a:tblPr>
                  <a:tblGrid>
                    <a:gridCol w="1342728">
                      <a:extLst>
                        <a:ext uri="{9D8B030D-6E8A-4147-A177-3AD203B41FA5}">
                          <a16:colId xmlns:a16="http://schemas.microsoft.com/office/drawing/2014/main" val="279254723"/>
                        </a:ext>
                      </a:extLst>
                    </a:gridCol>
                    <a:gridCol w="1342728">
                      <a:extLst>
                        <a:ext uri="{9D8B030D-6E8A-4147-A177-3AD203B41FA5}">
                          <a16:colId xmlns:a16="http://schemas.microsoft.com/office/drawing/2014/main" val="469115741"/>
                        </a:ext>
                      </a:extLst>
                    </a:gridCol>
                    <a:gridCol w="1342728">
                      <a:extLst>
                        <a:ext uri="{9D8B030D-6E8A-4147-A177-3AD203B41FA5}">
                          <a16:colId xmlns:a16="http://schemas.microsoft.com/office/drawing/2014/main" val="3384179611"/>
                        </a:ext>
                      </a:extLst>
                    </a:gridCol>
                    <a:gridCol w="1342728">
                      <a:extLst>
                        <a:ext uri="{9D8B030D-6E8A-4147-A177-3AD203B41FA5}">
                          <a16:colId xmlns:a16="http://schemas.microsoft.com/office/drawing/2014/main" val="831096704"/>
                        </a:ext>
                      </a:extLst>
                    </a:gridCol>
                    <a:gridCol w="1342728">
                      <a:extLst>
                        <a:ext uri="{9D8B030D-6E8A-4147-A177-3AD203B41FA5}">
                          <a16:colId xmlns:a16="http://schemas.microsoft.com/office/drawing/2014/main" val="1301942466"/>
                        </a:ext>
                      </a:extLst>
                    </a:gridCol>
                    <a:gridCol w="1894399">
                      <a:extLst>
                        <a:ext uri="{9D8B030D-6E8A-4147-A177-3AD203B41FA5}">
                          <a16:colId xmlns:a16="http://schemas.microsoft.com/office/drawing/2014/main" val="3843544800"/>
                        </a:ext>
                      </a:extLst>
                    </a:gridCol>
                    <a:gridCol w="2328997">
                      <a:extLst>
                        <a:ext uri="{9D8B030D-6E8A-4147-A177-3AD203B41FA5}">
                          <a16:colId xmlns:a16="http://schemas.microsoft.com/office/drawing/2014/main" val="855033673"/>
                        </a:ext>
                      </a:extLst>
                    </a:gridCol>
                  </a:tblGrid>
                  <a:tr h="396240">
                    <a:tc>
                      <a:txBody>
                        <a:bodyPr/>
                        <a:lstStyle/>
                        <a:p>
                          <a:pPr algn="ctr"/>
                          <a:r>
                            <a:rPr lang="en-US" sz="2000" dirty="0"/>
                            <a:t>S</a:t>
                          </a:r>
                          <a:r>
                            <a:rPr lang="en-US" sz="2000" baseline="-25000" dirty="0"/>
                            <a:t>3</a:t>
                          </a:r>
                          <a:endParaRPr lang="en-US" sz="2000" dirty="0"/>
                        </a:p>
                      </a:txBody>
                      <a:tcPr/>
                    </a:tc>
                    <a:tc>
                      <a:txBody>
                        <a:bodyPr/>
                        <a:lstStyle/>
                        <a:p>
                          <a:pPr algn="ctr"/>
                          <a:r>
                            <a:rPr lang="en-US" sz="2000"/>
                            <a:t>S</a:t>
                          </a:r>
                          <a:r>
                            <a:rPr lang="en-US" sz="2000" baseline="-25000"/>
                            <a:t>2</a:t>
                          </a:r>
                          <a:endParaRPr lang="en-US" sz="2000"/>
                        </a:p>
                      </a:txBody>
                      <a:tcPr/>
                    </a:tc>
                    <a:tc>
                      <a:txBody>
                        <a:bodyPr/>
                        <a:lstStyle/>
                        <a:p>
                          <a:pPr algn="ctr"/>
                          <a:r>
                            <a:rPr lang="en-US" sz="2000"/>
                            <a:t>S</a:t>
                          </a:r>
                          <a:r>
                            <a:rPr lang="en-US" sz="2000" baseline="-25000"/>
                            <a:t>1</a:t>
                          </a:r>
                          <a:endParaRPr lang="en-US" sz="2000"/>
                        </a:p>
                      </a:txBody>
                      <a:tcPr/>
                    </a:tc>
                    <a:tc>
                      <a:txBody>
                        <a:bodyPr/>
                        <a:lstStyle/>
                        <a:p>
                          <a:pPr algn="ctr"/>
                          <a:r>
                            <a:rPr lang="en-US" sz="2000"/>
                            <a:t>S</a:t>
                          </a:r>
                          <a:r>
                            <a:rPr lang="en-US" sz="2000" baseline="-25000"/>
                            <a:t>0</a:t>
                          </a:r>
                          <a:endParaRPr lang="en-US" sz="2000"/>
                        </a:p>
                      </a:txBody>
                      <a:tcPr/>
                    </a:tc>
                    <a:tc>
                      <a:txBody>
                        <a:bodyPr/>
                        <a:lstStyle/>
                        <a:p>
                          <a:pPr algn="ctr"/>
                          <a:r>
                            <a:rPr lang="en-US" sz="2000" err="1"/>
                            <a:t>C</a:t>
                          </a:r>
                          <a:r>
                            <a:rPr lang="en-US" sz="2000" baseline="-25000" err="1"/>
                            <a:t>in</a:t>
                          </a:r>
                          <a:endParaRPr lang="en-US" sz="2000"/>
                        </a:p>
                      </a:txBody>
                      <a:tcPr/>
                    </a:tc>
                    <a:tc>
                      <a:txBody>
                        <a:bodyPr/>
                        <a:lstStyle/>
                        <a:p>
                          <a:pPr algn="ctr"/>
                          <a:r>
                            <a:rPr lang="en-US" sz="2000" dirty="0"/>
                            <a:t>Operation</a:t>
                          </a:r>
                        </a:p>
                      </a:txBody>
                      <a:tcPr/>
                    </a:tc>
                    <a:tc>
                      <a:txBody>
                        <a:bodyPr/>
                        <a:lstStyle/>
                        <a:p>
                          <a:pPr algn="ctr"/>
                          <a:r>
                            <a:rPr lang="en-US" sz="2000" dirty="0"/>
                            <a:t>Function</a:t>
                          </a:r>
                        </a:p>
                      </a:txBody>
                      <a:tcPr/>
                    </a:tc>
                    <a:extLst>
                      <a:ext uri="{0D108BD9-81ED-4DB2-BD59-A6C34878D82A}">
                        <a16:rowId xmlns:a16="http://schemas.microsoft.com/office/drawing/2014/main" val="3791665848"/>
                      </a:ext>
                    </a:extLst>
                  </a:tr>
                  <a:tr h="373453">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dirty="0"/>
                            <a:t>0</a:t>
                          </a:r>
                        </a:p>
                      </a:txBody>
                      <a:tcPr/>
                    </a:tc>
                    <a:tc>
                      <a:txBody>
                        <a:bodyPr/>
                        <a:lstStyle/>
                        <a:p>
                          <a:pPr algn="l"/>
                          <a:r>
                            <a:rPr lang="en-US" sz="1400" b="0" i="0" dirty="0">
                              <a:latin typeface="Cambria Math" panose="02040503050406030204" pitchFamily="18" charset="0"/>
                              <a:ea typeface="Cambria Math" panose="02040503050406030204" pitchFamily="18" charset="0"/>
                            </a:rPr>
                            <a:t>F = A</a:t>
                          </a:r>
                        </a:p>
                      </a:txBody>
                      <a:tcPr/>
                    </a:tc>
                    <a:tc>
                      <a:txBody>
                        <a:bodyPr/>
                        <a:lstStyle/>
                        <a:p>
                          <a:pPr algn="l"/>
                          <a:r>
                            <a:rPr lang="en-US" sz="1400" b="0" i="0" dirty="0"/>
                            <a:t>Transfer A</a:t>
                          </a:r>
                        </a:p>
                      </a:txBody>
                      <a:tcPr/>
                    </a:tc>
                    <a:extLst>
                      <a:ext uri="{0D108BD9-81ED-4DB2-BD59-A6C34878D82A}">
                        <a16:rowId xmlns:a16="http://schemas.microsoft.com/office/drawing/2014/main" val="3330773845"/>
                      </a:ext>
                    </a:extLst>
                  </a:tr>
                  <a:tr h="373453">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a:t>0</a:t>
                          </a:r>
                        </a:p>
                      </a:txBody>
                      <a:tcPr/>
                    </a:tc>
                    <a:tc>
                      <a:txBody>
                        <a:bodyPr/>
                        <a:lstStyle/>
                        <a:p>
                          <a:pPr algn="ctr"/>
                          <a:r>
                            <a:rPr lang="en-US" sz="1400" b="0" i="0"/>
                            <a:t>0</a:t>
                          </a:r>
                        </a:p>
                      </a:txBody>
                      <a:tcPr/>
                    </a:tc>
                    <a:tc>
                      <a:txBody>
                        <a:bodyPr/>
                        <a:lstStyle/>
                        <a:p>
                          <a:pPr algn="ctr"/>
                          <a:r>
                            <a:rPr lang="en-US" sz="1400" b="0" i="0"/>
                            <a:t>1</a:t>
                          </a:r>
                        </a:p>
                      </a:txBody>
                      <a:tcPr/>
                    </a:tc>
                    <a:tc>
                      <a:txBody>
                        <a:bodyPr/>
                        <a:lstStyle/>
                        <a:p>
                          <a:pPr algn="l"/>
                          <a:r>
                            <a:rPr lang="en-US" sz="1400" b="0" i="0" dirty="0">
                              <a:latin typeface="Cambria Math" panose="02040503050406030204" pitchFamily="18" charset="0"/>
                              <a:ea typeface="Cambria Math" panose="02040503050406030204" pitchFamily="18" charset="0"/>
                            </a:rPr>
                            <a:t>F = A + 1</a:t>
                          </a:r>
                        </a:p>
                      </a:txBody>
                      <a:tcPr/>
                    </a:tc>
                    <a:tc>
                      <a:txBody>
                        <a:bodyPr/>
                        <a:lstStyle/>
                        <a:p>
                          <a:r>
                            <a:rPr lang="en-US" sz="1400" b="0" i="0" dirty="0"/>
                            <a:t>Increment A</a:t>
                          </a:r>
                        </a:p>
                      </a:txBody>
                      <a:tcPr/>
                    </a:tc>
                    <a:extLst>
                      <a:ext uri="{0D108BD9-81ED-4DB2-BD59-A6C34878D82A}">
                        <a16:rowId xmlns:a16="http://schemas.microsoft.com/office/drawing/2014/main" val="1163960474"/>
                      </a:ext>
                    </a:extLst>
                  </a:tr>
                  <a:tr h="373453">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a:t>1</a:t>
                          </a:r>
                        </a:p>
                      </a:txBody>
                      <a:tcPr/>
                    </a:tc>
                    <a:tc>
                      <a:txBody>
                        <a:bodyPr/>
                        <a:lstStyle/>
                        <a:p>
                          <a:pPr algn="ctr"/>
                          <a:r>
                            <a:rPr lang="en-US" sz="1400" b="0" i="0"/>
                            <a:t>0</a:t>
                          </a:r>
                        </a:p>
                      </a:txBody>
                      <a:tcPr/>
                    </a:tc>
                    <a:tc>
                      <a:txBody>
                        <a:bodyPr/>
                        <a:lstStyle/>
                        <a:p>
                          <a:pPr algn="l"/>
                          <a:r>
                            <a:rPr lang="en-US" sz="1400" b="0" i="0" dirty="0">
                              <a:latin typeface="Cambria Math" panose="02040503050406030204" pitchFamily="18" charset="0"/>
                              <a:ea typeface="Cambria Math" panose="02040503050406030204" pitchFamily="18" charset="0"/>
                            </a:rPr>
                            <a:t>F = A + B</a:t>
                          </a:r>
                        </a:p>
                      </a:txBody>
                      <a:tcPr/>
                    </a:tc>
                    <a:tc>
                      <a:txBody>
                        <a:bodyPr/>
                        <a:lstStyle/>
                        <a:p>
                          <a:r>
                            <a:rPr lang="en-US" sz="1400" b="0" i="0" dirty="0"/>
                            <a:t>Addition</a:t>
                          </a:r>
                        </a:p>
                      </a:txBody>
                      <a:tcPr/>
                    </a:tc>
                    <a:extLst>
                      <a:ext uri="{0D108BD9-81ED-4DB2-BD59-A6C34878D82A}">
                        <a16:rowId xmlns:a16="http://schemas.microsoft.com/office/drawing/2014/main" val="753377140"/>
                      </a:ext>
                    </a:extLst>
                  </a:tr>
                  <a:tr h="373453">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dirty="0"/>
                            <a:t>0</a:t>
                          </a:r>
                        </a:p>
                      </a:txBody>
                      <a:tcPr/>
                    </a:tc>
                    <a:tc>
                      <a:txBody>
                        <a:bodyPr/>
                        <a:lstStyle/>
                        <a:p>
                          <a:pPr algn="ctr"/>
                          <a:r>
                            <a:rPr lang="en-US" sz="1400" b="0" i="0" dirty="0"/>
                            <a:t>1</a:t>
                          </a:r>
                        </a:p>
                      </a:txBody>
                      <a:tcPr/>
                    </a:tc>
                    <a:tc>
                      <a:txBody>
                        <a:bodyPr/>
                        <a:lstStyle/>
                        <a:p>
                          <a:pPr algn="ctr"/>
                          <a:r>
                            <a:rPr lang="en-US" sz="1400" b="0" i="0"/>
                            <a:t>1</a:t>
                          </a:r>
                        </a:p>
                      </a:txBody>
                      <a:tcPr/>
                    </a:tc>
                    <a:tc>
                      <a:txBody>
                        <a:bodyPr/>
                        <a:lstStyle/>
                        <a:p>
                          <a:pPr algn="l"/>
                          <a:r>
                            <a:rPr lang="en-US" sz="1400" b="0" i="0" dirty="0">
                              <a:latin typeface="Cambria Math" panose="02040503050406030204" pitchFamily="18" charset="0"/>
                              <a:ea typeface="Cambria Math" panose="02040503050406030204" pitchFamily="18" charset="0"/>
                            </a:rPr>
                            <a:t>F = A + B + 1</a:t>
                          </a:r>
                        </a:p>
                      </a:txBody>
                      <a:tcPr/>
                    </a:tc>
                    <a:tc>
                      <a:txBody>
                        <a:bodyPr/>
                        <a:lstStyle/>
                        <a:p>
                          <a:r>
                            <a:rPr lang="en-US" sz="1400" b="0" i="0" dirty="0"/>
                            <a:t>Add with carry</a:t>
                          </a:r>
                        </a:p>
                      </a:txBody>
                      <a:tcPr/>
                    </a:tc>
                    <a:extLst>
                      <a:ext uri="{0D108BD9-81ED-4DB2-BD59-A6C34878D82A}">
                        <a16:rowId xmlns:a16="http://schemas.microsoft.com/office/drawing/2014/main" val="2910683384"/>
                      </a:ext>
                    </a:extLst>
                  </a:tr>
                  <a:tr h="373453">
                    <a:tc>
                      <a:txBody>
                        <a:bodyPr/>
                        <a:lstStyle/>
                        <a:p>
                          <a:pPr algn="ctr"/>
                          <a:r>
                            <a:rPr lang="en-US" sz="1400" b="0" i="0" dirty="0"/>
                            <a:t>0</a:t>
                          </a:r>
                        </a:p>
                      </a:txBody>
                      <a:tcPr anchor="ctr"/>
                    </a:tc>
                    <a:tc>
                      <a:txBody>
                        <a:bodyPr/>
                        <a:lstStyle/>
                        <a:p>
                          <a:pPr algn="ctr"/>
                          <a:r>
                            <a:rPr lang="en-US" sz="1400" b="0" i="0" dirty="0"/>
                            <a:t>0</a:t>
                          </a:r>
                        </a:p>
                      </a:txBody>
                      <a:tcPr anchor="ctr"/>
                    </a:tc>
                    <a:tc>
                      <a:txBody>
                        <a:bodyPr/>
                        <a:lstStyle/>
                        <a:p>
                          <a:pPr algn="ctr"/>
                          <a:r>
                            <a:rPr lang="en-US" sz="1400" b="0" i="0" dirty="0"/>
                            <a:t>1</a:t>
                          </a:r>
                        </a:p>
                      </a:txBody>
                      <a:tcPr anchor="ctr"/>
                    </a:tc>
                    <a:tc>
                      <a:txBody>
                        <a:bodyPr/>
                        <a:lstStyle/>
                        <a:p>
                          <a:pPr algn="ctr"/>
                          <a:r>
                            <a:rPr lang="en-US" sz="1400" b="0" i="0" dirty="0"/>
                            <a:t>0</a:t>
                          </a:r>
                        </a:p>
                      </a:txBody>
                      <a:tcPr anchor="ctr"/>
                    </a:tc>
                    <a:tc>
                      <a:txBody>
                        <a:bodyPr/>
                        <a:lstStyle/>
                        <a:p>
                          <a:pPr algn="ctr"/>
                          <a:r>
                            <a:rPr lang="en-US" sz="1400" b="0" i="0" dirty="0"/>
                            <a:t>0</a:t>
                          </a:r>
                        </a:p>
                      </a:txBody>
                      <a:tcPr anchor="ctr"/>
                    </a:tc>
                    <a:tc>
                      <a:txBody>
                        <a:bodyPr/>
                        <a:lstStyle/>
                        <a:p>
                          <a:pPr algn="l"/>
                          <a:r>
                            <a:rPr lang="en-US" sz="1400" b="0" i="0" dirty="0">
                              <a:latin typeface="Cambria Math" panose="02040503050406030204" pitchFamily="18" charset="0"/>
                              <a:ea typeface="Cambria Math" panose="02040503050406030204" pitchFamily="18" charset="0"/>
                            </a:rPr>
                            <a:t>F = A + B’ </a:t>
                          </a:r>
                        </a:p>
                      </a:txBody>
                      <a:tcPr anchor="ctr"/>
                    </a:tc>
                    <a:tc>
                      <a:txBody>
                        <a:bodyPr/>
                        <a:lstStyle/>
                        <a:p>
                          <a:r>
                            <a:rPr lang="en-US" sz="1400" b="0" i="0" dirty="0"/>
                            <a:t>Subtract with borrow</a:t>
                          </a:r>
                        </a:p>
                      </a:txBody>
                      <a:tcPr/>
                    </a:tc>
                    <a:extLst>
                      <a:ext uri="{0D108BD9-81ED-4DB2-BD59-A6C34878D82A}">
                        <a16:rowId xmlns:a16="http://schemas.microsoft.com/office/drawing/2014/main" val="4129621837"/>
                      </a:ext>
                    </a:extLst>
                  </a:tr>
                  <a:tr h="373453">
                    <a:tc>
                      <a:txBody>
                        <a:bodyPr/>
                        <a:lstStyle/>
                        <a:p>
                          <a:pPr algn="ctr"/>
                          <a:r>
                            <a:rPr lang="en-US" sz="1400" b="0" i="0" dirty="0"/>
                            <a:t>0</a:t>
                          </a:r>
                        </a:p>
                      </a:txBody>
                      <a:tcPr/>
                    </a:tc>
                    <a:tc>
                      <a:txBody>
                        <a:bodyPr/>
                        <a:lstStyle/>
                        <a:p>
                          <a:pPr algn="ctr"/>
                          <a:r>
                            <a:rPr lang="en-US" sz="1400" b="0" i="0"/>
                            <a:t>0</a:t>
                          </a:r>
                        </a:p>
                      </a:txBody>
                      <a:tcPr/>
                    </a:tc>
                    <a:tc>
                      <a:txBody>
                        <a:bodyPr/>
                        <a:lstStyle/>
                        <a:p>
                          <a:pPr algn="ctr"/>
                          <a:r>
                            <a:rPr lang="en-US" sz="1400" b="0" i="0" dirty="0"/>
                            <a:t>1</a:t>
                          </a:r>
                        </a:p>
                      </a:txBody>
                      <a:tcPr/>
                    </a:tc>
                    <a:tc>
                      <a:txBody>
                        <a:bodyPr/>
                        <a:lstStyle/>
                        <a:p>
                          <a:pPr algn="ctr"/>
                          <a:r>
                            <a:rPr lang="en-US" sz="1400" b="0" i="0" dirty="0"/>
                            <a:t>0</a:t>
                          </a:r>
                        </a:p>
                      </a:txBody>
                      <a:tcPr/>
                    </a:tc>
                    <a:tc>
                      <a:txBody>
                        <a:bodyPr/>
                        <a:lstStyle/>
                        <a:p>
                          <a:pPr algn="ctr"/>
                          <a:r>
                            <a:rPr lang="en-US" sz="1400" b="0" i="0"/>
                            <a:t>1</a:t>
                          </a:r>
                        </a:p>
                      </a:txBody>
                      <a:tcPr/>
                    </a:tc>
                    <a:tc>
                      <a:txBody>
                        <a:bodyPr/>
                        <a:lstStyle/>
                        <a:p>
                          <a:pPr algn="l"/>
                          <a:r>
                            <a:rPr lang="en-US" sz="1400" b="0" i="0" dirty="0">
                              <a:latin typeface="Cambria Math" panose="02040503050406030204" pitchFamily="18" charset="0"/>
                              <a:ea typeface="Cambria Math" panose="02040503050406030204" pitchFamily="18" charset="0"/>
                            </a:rPr>
                            <a:t>F = A + B’ + 1</a:t>
                          </a:r>
                        </a:p>
                      </a:txBody>
                      <a:tcPr/>
                    </a:tc>
                    <a:tc>
                      <a:txBody>
                        <a:bodyPr/>
                        <a:lstStyle/>
                        <a:p>
                          <a:r>
                            <a:rPr lang="en-US" sz="1400" b="0" i="0" dirty="0"/>
                            <a:t>Subtraction</a:t>
                          </a:r>
                        </a:p>
                      </a:txBody>
                      <a:tcPr/>
                    </a:tc>
                    <a:extLst>
                      <a:ext uri="{0D108BD9-81ED-4DB2-BD59-A6C34878D82A}">
                        <a16:rowId xmlns:a16="http://schemas.microsoft.com/office/drawing/2014/main" val="1681535021"/>
                      </a:ext>
                    </a:extLst>
                  </a:tr>
                  <a:tr h="373453">
                    <a:tc>
                      <a:txBody>
                        <a:bodyPr/>
                        <a:lstStyle/>
                        <a:p>
                          <a:pPr algn="ctr"/>
                          <a:r>
                            <a:rPr lang="en-US" sz="1400" b="0" i="0" dirty="0"/>
                            <a:t>0</a:t>
                          </a:r>
                        </a:p>
                      </a:txBody>
                      <a:tcPr/>
                    </a:tc>
                    <a:tc>
                      <a:txBody>
                        <a:bodyPr/>
                        <a:lstStyle/>
                        <a:p>
                          <a:pPr algn="ctr"/>
                          <a:r>
                            <a:rPr lang="en-US" sz="1400" b="0" i="0"/>
                            <a:t>0</a:t>
                          </a:r>
                        </a:p>
                      </a:txBody>
                      <a:tcPr/>
                    </a:tc>
                    <a:tc>
                      <a:txBody>
                        <a:bodyPr/>
                        <a:lstStyle/>
                        <a:p>
                          <a:pPr algn="ctr"/>
                          <a:r>
                            <a:rPr lang="en-US" sz="1400" b="0" i="0"/>
                            <a:t>1</a:t>
                          </a:r>
                        </a:p>
                      </a:txBody>
                      <a:tcPr/>
                    </a:tc>
                    <a:tc>
                      <a:txBody>
                        <a:bodyPr/>
                        <a:lstStyle/>
                        <a:p>
                          <a:pPr algn="ctr"/>
                          <a:r>
                            <a:rPr lang="en-US" sz="1400" b="0" i="0" dirty="0"/>
                            <a:t>1</a:t>
                          </a:r>
                        </a:p>
                      </a:txBody>
                      <a:tcPr/>
                    </a:tc>
                    <a:tc>
                      <a:txBody>
                        <a:bodyPr/>
                        <a:lstStyle/>
                        <a:p>
                          <a:pPr algn="ctr"/>
                          <a:r>
                            <a:rPr lang="en-US" sz="1400" b="0" i="0" dirty="0"/>
                            <a:t>0</a:t>
                          </a:r>
                        </a:p>
                      </a:txBody>
                      <a:tcPr/>
                    </a:tc>
                    <a:tc>
                      <a:txBody>
                        <a:bodyPr/>
                        <a:lstStyle/>
                        <a:p>
                          <a:pPr algn="l"/>
                          <a:r>
                            <a:rPr lang="en-US" sz="1400" b="0" i="0" dirty="0">
                              <a:latin typeface="Cambria Math" panose="02040503050406030204" pitchFamily="18" charset="0"/>
                              <a:ea typeface="Cambria Math" panose="02040503050406030204" pitchFamily="18" charset="0"/>
                            </a:rPr>
                            <a:t>F = A – 1</a:t>
                          </a:r>
                        </a:p>
                      </a:txBody>
                      <a:tcPr/>
                    </a:tc>
                    <a:tc>
                      <a:txBody>
                        <a:bodyPr/>
                        <a:lstStyle/>
                        <a:p>
                          <a:r>
                            <a:rPr lang="en-US" sz="1400" b="0" i="0" dirty="0"/>
                            <a:t>Decrement</a:t>
                          </a:r>
                        </a:p>
                      </a:txBody>
                      <a:tcPr/>
                    </a:tc>
                    <a:extLst>
                      <a:ext uri="{0D108BD9-81ED-4DB2-BD59-A6C34878D82A}">
                        <a16:rowId xmlns:a16="http://schemas.microsoft.com/office/drawing/2014/main" val="86694127"/>
                      </a:ext>
                    </a:extLst>
                  </a:tr>
                  <a:tr h="373453">
                    <a:tc>
                      <a:txBody>
                        <a:bodyPr/>
                        <a:lstStyle/>
                        <a:p>
                          <a:pPr algn="ctr"/>
                          <a:r>
                            <a:rPr lang="en-US" sz="1400" b="0" i="0" dirty="0"/>
                            <a:t>0</a:t>
                          </a:r>
                        </a:p>
                      </a:txBody>
                      <a:tcPr/>
                    </a:tc>
                    <a:tc>
                      <a:txBody>
                        <a:bodyPr/>
                        <a:lstStyle/>
                        <a:p>
                          <a:pPr algn="ctr"/>
                          <a:r>
                            <a:rPr lang="en-US" sz="1400" b="0" i="0"/>
                            <a:t>0</a:t>
                          </a:r>
                        </a:p>
                      </a:txBody>
                      <a:tcPr/>
                    </a:tc>
                    <a:tc>
                      <a:txBody>
                        <a:bodyPr/>
                        <a:lstStyle/>
                        <a:p>
                          <a:pPr algn="ctr"/>
                          <a:r>
                            <a:rPr lang="en-US" sz="1400" b="0" i="0"/>
                            <a:t>1</a:t>
                          </a:r>
                        </a:p>
                      </a:txBody>
                      <a:tcPr/>
                    </a:tc>
                    <a:tc>
                      <a:txBody>
                        <a:bodyPr/>
                        <a:lstStyle/>
                        <a:p>
                          <a:pPr algn="ctr"/>
                          <a:r>
                            <a:rPr lang="en-US" sz="1400" b="0" i="0" dirty="0"/>
                            <a:t>1</a:t>
                          </a:r>
                        </a:p>
                      </a:txBody>
                      <a:tcPr/>
                    </a:tc>
                    <a:tc>
                      <a:txBody>
                        <a:bodyPr/>
                        <a:lstStyle/>
                        <a:p>
                          <a:pPr algn="ctr"/>
                          <a:r>
                            <a:rPr lang="en-US" sz="1400" b="0" i="0" dirty="0"/>
                            <a:t>1</a:t>
                          </a:r>
                        </a:p>
                      </a:txBody>
                      <a:tcPr/>
                    </a:tc>
                    <a:tc>
                      <a:txBody>
                        <a:bodyPr/>
                        <a:lstStyle/>
                        <a:p>
                          <a:pPr algn="l"/>
                          <a:r>
                            <a:rPr lang="en-US" sz="1400" b="0" i="0" dirty="0">
                              <a:latin typeface="Cambria Math" panose="02040503050406030204" pitchFamily="18" charset="0"/>
                              <a:ea typeface="Cambria Math" panose="02040503050406030204" pitchFamily="18" charset="0"/>
                            </a:rPr>
                            <a:t>F = A</a:t>
                          </a:r>
                        </a:p>
                      </a:txBody>
                      <a:tcPr/>
                    </a:tc>
                    <a:tc>
                      <a:txBody>
                        <a:bodyPr/>
                        <a:lstStyle/>
                        <a:p>
                          <a:r>
                            <a:rPr lang="en-US" sz="1400" b="0" i="0" dirty="0"/>
                            <a:t>Transfer A</a:t>
                          </a:r>
                        </a:p>
                      </a:txBody>
                      <a:tcPr/>
                    </a:tc>
                    <a:extLst>
                      <a:ext uri="{0D108BD9-81ED-4DB2-BD59-A6C34878D82A}">
                        <a16:rowId xmlns:a16="http://schemas.microsoft.com/office/drawing/2014/main" val="445477886"/>
                      </a:ext>
                    </a:extLst>
                  </a:tr>
                  <a:tr h="373453">
                    <a:tc>
                      <a:txBody>
                        <a:bodyPr/>
                        <a:lstStyle/>
                        <a:p>
                          <a:pPr algn="ctr"/>
                          <a:r>
                            <a:rPr lang="en-US" sz="1400" b="0" i="0" dirty="0"/>
                            <a:t>0</a:t>
                          </a:r>
                        </a:p>
                      </a:txBody>
                      <a:tcPr/>
                    </a:tc>
                    <a:tc>
                      <a:txBody>
                        <a:bodyPr/>
                        <a:lstStyle/>
                        <a:p>
                          <a:pPr algn="ctr"/>
                          <a:r>
                            <a:rPr lang="en-US" sz="1400" b="0" i="0"/>
                            <a:t>1</a:t>
                          </a:r>
                        </a:p>
                      </a:txBody>
                      <a:tcPr/>
                    </a:tc>
                    <a:tc>
                      <a:txBody>
                        <a:bodyPr/>
                        <a:lstStyle/>
                        <a:p>
                          <a:pPr algn="ctr"/>
                          <a:r>
                            <a:rPr lang="en-US" sz="1400" b="0" i="0"/>
                            <a:t>0</a:t>
                          </a:r>
                        </a:p>
                      </a:txBody>
                      <a:tcPr/>
                    </a:tc>
                    <a:tc>
                      <a:txBody>
                        <a:bodyPr/>
                        <a:lstStyle/>
                        <a:p>
                          <a:pPr algn="ctr"/>
                          <a:r>
                            <a:rPr lang="en-US" sz="1400" b="0" i="0" dirty="0"/>
                            <a:t>0</a:t>
                          </a:r>
                        </a:p>
                      </a:txBody>
                      <a:tcPr/>
                    </a:tc>
                    <a:tc>
                      <a:txBody>
                        <a:bodyPr/>
                        <a:lstStyle/>
                        <a:p>
                          <a:pPr algn="ctr"/>
                          <a:r>
                            <a:rPr lang="en-US" sz="1400" b="0" i="0" dirty="0"/>
                            <a:t>x</a:t>
                          </a:r>
                        </a:p>
                      </a:txBody>
                      <a:tcPr/>
                    </a:tc>
                    <a:tc>
                      <a:txBody>
                        <a:bodyPr/>
                        <a:lstStyle/>
                        <a:p>
                          <a:endParaRPr lang="en-US"/>
                        </a:p>
                      </a:txBody>
                      <a:tcPr>
                        <a:blipFill>
                          <a:blip r:embed="rId2"/>
                          <a:stretch>
                            <a:fillRect l="-354662" t="-901613" r="-124116" b="-496774"/>
                          </a:stretch>
                        </a:blipFill>
                      </a:tcPr>
                    </a:tc>
                    <a:tc>
                      <a:txBody>
                        <a:bodyPr/>
                        <a:lstStyle/>
                        <a:p>
                          <a:r>
                            <a:rPr lang="en-US" sz="1400" b="0" i="0" dirty="0"/>
                            <a:t>AND</a:t>
                          </a:r>
                        </a:p>
                      </a:txBody>
                      <a:tcPr/>
                    </a:tc>
                    <a:extLst>
                      <a:ext uri="{0D108BD9-81ED-4DB2-BD59-A6C34878D82A}">
                        <a16:rowId xmlns:a16="http://schemas.microsoft.com/office/drawing/2014/main" val="3695276718"/>
                      </a:ext>
                    </a:extLst>
                  </a:tr>
                  <a:tr h="373453">
                    <a:tc>
                      <a:txBody>
                        <a:bodyPr/>
                        <a:lstStyle/>
                        <a:p>
                          <a:pPr algn="ctr"/>
                          <a:r>
                            <a:rPr lang="en-US" sz="1400" b="0" i="0" dirty="0"/>
                            <a:t>0</a:t>
                          </a:r>
                        </a:p>
                      </a:txBody>
                      <a:tcPr/>
                    </a:tc>
                    <a:tc>
                      <a:txBody>
                        <a:bodyPr/>
                        <a:lstStyle/>
                        <a:p>
                          <a:pPr algn="ctr"/>
                          <a:r>
                            <a:rPr lang="en-US" sz="1400" b="0" i="0"/>
                            <a:t>1</a:t>
                          </a:r>
                        </a:p>
                      </a:txBody>
                      <a:tcPr/>
                    </a:tc>
                    <a:tc>
                      <a:txBody>
                        <a:bodyPr/>
                        <a:lstStyle/>
                        <a:p>
                          <a:pPr algn="ctr"/>
                          <a:r>
                            <a:rPr lang="en-US" sz="1400" b="0" i="0"/>
                            <a:t>0</a:t>
                          </a:r>
                        </a:p>
                      </a:txBody>
                      <a:tcPr/>
                    </a:tc>
                    <a:tc>
                      <a:txBody>
                        <a:bodyPr/>
                        <a:lstStyle/>
                        <a:p>
                          <a:pPr algn="ctr"/>
                          <a:r>
                            <a:rPr lang="en-US" sz="1400" b="0" i="0" dirty="0"/>
                            <a:t>1</a:t>
                          </a:r>
                        </a:p>
                      </a:txBody>
                      <a:tcPr/>
                    </a:tc>
                    <a:tc>
                      <a:txBody>
                        <a:bodyPr/>
                        <a:lstStyle/>
                        <a:p>
                          <a:pPr algn="ctr"/>
                          <a:r>
                            <a:rPr lang="en-US" sz="1400" b="0" i="0" dirty="0"/>
                            <a:t>x</a:t>
                          </a:r>
                        </a:p>
                      </a:txBody>
                      <a:tcPr/>
                    </a:tc>
                    <a:tc>
                      <a:txBody>
                        <a:bodyPr/>
                        <a:lstStyle/>
                        <a:p>
                          <a:endParaRPr lang="en-US"/>
                        </a:p>
                      </a:txBody>
                      <a:tcPr>
                        <a:blipFill>
                          <a:blip r:embed="rId2"/>
                          <a:stretch>
                            <a:fillRect l="-354662" t="-1018033" r="-124116" b="-404918"/>
                          </a:stretch>
                        </a:blipFill>
                      </a:tcPr>
                    </a:tc>
                    <a:tc>
                      <a:txBody>
                        <a:bodyPr/>
                        <a:lstStyle/>
                        <a:p>
                          <a:r>
                            <a:rPr lang="en-US" sz="1400" b="0" i="0" dirty="0"/>
                            <a:t>OR</a:t>
                          </a:r>
                        </a:p>
                      </a:txBody>
                      <a:tcPr/>
                    </a:tc>
                    <a:extLst>
                      <a:ext uri="{0D108BD9-81ED-4DB2-BD59-A6C34878D82A}">
                        <a16:rowId xmlns:a16="http://schemas.microsoft.com/office/drawing/2014/main" val="3262813426"/>
                      </a:ext>
                    </a:extLst>
                  </a:tr>
                  <a:tr h="373453">
                    <a:tc>
                      <a:txBody>
                        <a:bodyPr/>
                        <a:lstStyle/>
                        <a:p>
                          <a:pPr algn="ctr"/>
                          <a:r>
                            <a:rPr lang="en-US" sz="1400" b="0" i="0" dirty="0"/>
                            <a:t>0</a:t>
                          </a:r>
                        </a:p>
                      </a:txBody>
                      <a:tcPr/>
                    </a:tc>
                    <a:tc>
                      <a:txBody>
                        <a:bodyPr/>
                        <a:lstStyle/>
                        <a:p>
                          <a:pPr algn="ctr"/>
                          <a:r>
                            <a:rPr lang="en-US" sz="1400" b="0" i="0"/>
                            <a:t>1</a:t>
                          </a:r>
                        </a:p>
                      </a:txBody>
                      <a:tcPr/>
                    </a:tc>
                    <a:tc>
                      <a:txBody>
                        <a:bodyPr/>
                        <a:lstStyle/>
                        <a:p>
                          <a:pPr algn="ctr"/>
                          <a:r>
                            <a:rPr lang="en-US" sz="1400" b="0" i="0"/>
                            <a:t>1</a:t>
                          </a:r>
                        </a:p>
                      </a:txBody>
                      <a:tcPr/>
                    </a:tc>
                    <a:tc>
                      <a:txBody>
                        <a:bodyPr/>
                        <a:lstStyle/>
                        <a:p>
                          <a:pPr algn="ctr"/>
                          <a:r>
                            <a:rPr lang="en-US" sz="1400" b="0" i="0" dirty="0"/>
                            <a:t>0</a:t>
                          </a:r>
                        </a:p>
                      </a:txBody>
                      <a:tcPr/>
                    </a:tc>
                    <a:tc>
                      <a:txBody>
                        <a:bodyPr/>
                        <a:lstStyle/>
                        <a:p>
                          <a:pPr algn="ctr"/>
                          <a:r>
                            <a:rPr lang="en-US" sz="1400" b="0" i="0" dirty="0"/>
                            <a:t>x</a:t>
                          </a:r>
                        </a:p>
                      </a:txBody>
                      <a:tcPr/>
                    </a:tc>
                    <a:tc>
                      <a:txBody>
                        <a:bodyPr/>
                        <a:lstStyle/>
                        <a:p>
                          <a:pPr algn="l"/>
                          <a:r>
                            <a:rPr lang="en-US" sz="1400" b="0" i="0" dirty="0">
                              <a:latin typeface="Cambria Math" panose="02040503050406030204" pitchFamily="18" charset="0"/>
                              <a:ea typeface="Cambria Math" panose="02040503050406030204" pitchFamily="18" charset="0"/>
                            </a:rPr>
                            <a:t>F = A ⊕B</a:t>
                          </a:r>
                        </a:p>
                      </a:txBody>
                      <a:tcPr/>
                    </a:tc>
                    <a:tc>
                      <a:txBody>
                        <a:bodyPr/>
                        <a:lstStyle/>
                        <a:p>
                          <a:r>
                            <a:rPr lang="en-US" sz="1400" b="0" i="0" dirty="0"/>
                            <a:t>XOR</a:t>
                          </a:r>
                        </a:p>
                      </a:txBody>
                      <a:tcPr/>
                    </a:tc>
                    <a:extLst>
                      <a:ext uri="{0D108BD9-81ED-4DB2-BD59-A6C34878D82A}">
                        <a16:rowId xmlns:a16="http://schemas.microsoft.com/office/drawing/2014/main" val="1682893600"/>
                      </a:ext>
                    </a:extLst>
                  </a:tr>
                  <a:tr h="373453">
                    <a:tc>
                      <a:txBody>
                        <a:bodyPr/>
                        <a:lstStyle/>
                        <a:p>
                          <a:pPr algn="ctr"/>
                          <a:r>
                            <a:rPr lang="en-US" sz="1400" b="0" i="0" dirty="0"/>
                            <a:t>0</a:t>
                          </a:r>
                        </a:p>
                      </a:txBody>
                      <a:tcPr/>
                    </a:tc>
                    <a:tc>
                      <a:txBody>
                        <a:bodyPr/>
                        <a:lstStyle/>
                        <a:p>
                          <a:pPr algn="ctr"/>
                          <a:r>
                            <a:rPr lang="en-US" sz="1400" b="0" i="0"/>
                            <a:t>1</a:t>
                          </a:r>
                        </a:p>
                      </a:txBody>
                      <a:tcPr/>
                    </a:tc>
                    <a:tc>
                      <a:txBody>
                        <a:bodyPr/>
                        <a:lstStyle/>
                        <a:p>
                          <a:pPr algn="ctr"/>
                          <a:r>
                            <a:rPr lang="en-US" sz="1400" b="0" i="0"/>
                            <a:t>1</a:t>
                          </a:r>
                        </a:p>
                      </a:txBody>
                      <a:tcPr/>
                    </a:tc>
                    <a:tc>
                      <a:txBody>
                        <a:bodyPr/>
                        <a:lstStyle/>
                        <a:p>
                          <a:pPr algn="ctr"/>
                          <a:r>
                            <a:rPr lang="en-US" sz="1400" b="0" i="0" dirty="0"/>
                            <a:t>1</a:t>
                          </a:r>
                        </a:p>
                      </a:txBody>
                      <a:tcPr/>
                    </a:tc>
                    <a:tc>
                      <a:txBody>
                        <a:bodyPr/>
                        <a:lstStyle/>
                        <a:p>
                          <a:pPr algn="ctr"/>
                          <a:r>
                            <a:rPr lang="en-US" sz="1400" b="0" i="0" dirty="0"/>
                            <a:t>x</a:t>
                          </a:r>
                        </a:p>
                      </a:txBody>
                      <a:tcPr/>
                    </a:tc>
                    <a:tc>
                      <a:txBody>
                        <a:bodyPr/>
                        <a:lstStyle/>
                        <a:p>
                          <a:pPr algn="l"/>
                          <a:r>
                            <a:rPr lang="en-US" sz="1400" b="0" i="0" dirty="0">
                              <a:latin typeface="Cambria Math" panose="02040503050406030204" pitchFamily="18" charset="0"/>
                              <a:ea typeface="Cambria Math" panose="02040503050406030204" pitchFamily="18" charset="0"/>
                            </a:rPr>
                            <a:t>F = A’ </a:t>
                          </a:r>
                        </a:p>
                      </a:txBody>
                      <a:tcPr/>
                    </a:tc>
                    <a:tc>
                      <a:txBody>
                        <a:bodyPr/>
                        <a:lstStyle/>
                        <a:p>
                          <a:r>
                            <a:rPr lang="en-US" sz="1400" b="0" i="0" dirty="0"/>
                            <a:t>Complement A</a:t>
                          </a:r>
                        </a:p>
                      </a:txBody>
                      <a:tcPr/>
                    </a:tc>
                    <a:extLst>
                      <a:ext uri="{0D108BD9-81ED-4DB2-BD59-A6C34878D82A}">
                        <a16:rowId xmlns:a16="http://schemas.microsoft.com/office/drawing/2014/main" val="3116574117"/>
                      </a:ext>
                    </a:extLst>
                  </a:tr>
                  <a:tr h="373453">
                    <a:tc>
                      <a:txBody>
                        <a:bodyPr/>
                        <a:lstStyle/>
                        <a:p>
                          <a:pPr algn="ctr"/>
                          <a:r>
                            <a:rPr lang="en-IN" sz="1400" i="0" dirty="0"/>
                            <a:t>1</a:t>
                          </a:r>
                        </a:p>
                      </a:txBody>
                      <a:tcPr/>
                    </a:tc>
                    <a:tc>
                      <a:txBody>
                        <a:bodyPr/>
                        <a:lstStyle/>
                        <a:p>
                          <a:pPr algn="ctr"/>
                          <a:r>
                            <a:rPr lang="en-IN" sz="1400" i="0" dirty="0"/>
                            <a:t>0</a:t>
                          </a:r>
                        </a:p>
                      </a:txBody>
                      <a:tcPr/>
                    </a:tc>
                    <a:tc>
                      <a:txBody>
                        <a:bodyPr/>
                        <a:lstStyle/>
                        <a:p>
                          <a:pPr algn="ctr"/>
                          <a:r>
                            <a:rPr lang="en-IN" sz="1400" i="0" dirty="0"/>
                            <a:t>X</a:t>
                          </a:r>
                        </a:p>
                      </a:txBody>
                      <a:tcPr/>
                    </a:tc>
                    <a:tc>
                      <a:txBody>
                        <a:bodyPr/>
                        <a:lstStyle/>
                        <a:p>
                          <a:pPr algn="ctr"/>
                          <a:r>
                            <a:rPr lang="en-IN" sz="1400" i="0" dirty="0"/>
                            <a:t>X</a:t>
                          </a:r>
                        </a:p>
                      </a:txBody>
                      <a:tcPr/>
                    </a:tc>
                    <a:tc>
                      <a:txBody>
                        <a:bodyPr/>
                        <a:lstStyle/>
                        <a:p>
                          <a:pPr algn="ctr"/>
                          <a:r>
                            <a:rPr lang="en-IN" sz="1400" i="0" dirty="0"/>
                            <a:t>X</a:t>
                          </a:r>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400" b="0" i="0" dirty="0">
                              <a:latin typeface="Cambria Math" panose="02040503050406030204" pitchFamily="18" charset="0"/>
                              <a:ea typeface="Cambria Math" panose="02040503050406030204" pitchFamily="18" charset="0"/>
                            </a:rPr>
                            <a:t>F = </a:t>
                          </a:r>
                          <a:r>
                            <a:rPr lang="en-US" sz="1400" b="0" i="0" dirty="0" err="1">
                              <a:latin typeface="Cambria Math" panose="02040503050406030204" pitchFamily="18" charset="0"/>
                              <a:ea typeface="Cambria Math" panose="02040503050406030204" pitchFamily="18" charset="0"/>
                            </a:rPr>
                            <a:t>shr</a:t>
                          </a:r>
                          <a:r>
                            <a:rPr lang="en-US" sz="1400" b="0" i="0" dirty="0">
                              <a:latin typeface="Cambria Math" panose="02040503050406030204" pitchFamily="18" charset="0"/>
                              <a:ea typeface="Cambria Math" panose="02040503050406030204" pitchFamily="18" charset="0"/>
                            </a:rPr>
                            <a:t> A</a:t>
                          </a:r>
                        </a:p>
                      </a:txBody>
                      <a:tcPr/>
                    </a:tc>
                    <a:tc>
                      <a:txBody>
                        <a:bodyPr/>
                        <a:lstStyle/>
                        <a:p>
                          <a:r>
                            <a:rPr lang="en-US" sz="1400" b="0" i="0" dirty="0"/>
                            <a:t>Shift</a:t>
                          </a:r>
                          <a:r>
                            <a:rPr lang="en-US" sz="1400" b="0" i="0" baseline="0" dirty="0"/>
                            <a:t> right A into F</a:t>
                          </a:r>
                          <a:endParaRPr lang="en-IN" sz="1400" i="0" dirty="0"/>
                        </a:p>
                      </a:txBody>
                      <a:tcPr/>
                    </a:tc>
                    <a:extLst>
                      <a:ext uri="{0D108BD9-81ED-4DB2-BD59-A6C34878D82A}">
                        <a16:rowId xmlns:a16="http://schemas.microsoft.com/office/drawing/2014/main" val="723018993"/>
                      </a:ext>
                    </a:extLst>
                  </a:tr>
                  <a:tr h="373453">
                    <a:tc>
                      <a:txBody>
                        <a:bodyPr/>
                        <a:lstStyle/>
                        <a:p>
                          <a:pPr algn="ctr"/>
                          <a:r>
                            <a:rPr lang="en-IN" sz="1400" i="0" dirty="0"/>
                            <a:t>1</a:t>
                          </a:r>
                        </a:p>
                      </a:txBody>
                      <a:tcPr/>
                    </a:tc>
                    <a:tc>
                      <a:txBody>
                        <a:bodyPr/>
                        <a:lstStyle/>
                        <a:p>
                          <a:pPr algn="ctr"/>
                          <a:r>
                            <a:rPr lang="en-IN" sz="1400" i="0" dirty="0"/>
                            <a:t>1</a:t>
                          </a:r>
                        </a:p>
                      </a:txBody>
                      <a:tcPr/>
                    </a:tc>
                    <a:tc>
                      <a:txBody>
                        <a:bodyPr/>
                        <a:lstStyle/>
                        <a:p>
                          <a:pPr algn="ctr"/>
                          <a:r>
                            <a:rPr lang="en-IN" sz="1400" i="0" dirty="0"/>
                            <a:t>X</a:t>
                          </a:r>
                        </a:p>
                      </a:txBody>
                      <a:tcPr/>
                    </a:tc>
                    <a:tc>
                      <a:txBody>
                        <a:bodyPr/>
                        <a:lstStyle/>
                        <a:p>
                          <a:pPr algn="ctr"/>
                          <a:r>
                            <a:rPr lang="en-IN" sz="1400" i="0" dirty="0"/>
                            <a:t>X</a:t>
                          </a:r>
                        </a:p>
                      </a:txBody>
                      <a:tcPr/>
                    </a:tc>
                    <a:tc>
                      <a:txBody>
                        <a:bodyPr/>
                        <a:lstStyle/>
                        <a:p>
                          <a:pPr algn="ctr"/>
                          <a:r>
                            <a:rPr lang="en-IN" sz="1400" i="0" dirty="0"/>
                            <a:t>X</a:t>
                          </a:r>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400" b="0" i="0" dirty="0">
                              <a:latin typeface="Cambria Math" panose="02040503050406030204" pitchFamily="18" charset="0"/>
                              <a:ea typeface="Cambria Math" panose="02040503050406030204" pitchFamily="18" charset="0"/>
                            </a:rPr>
                            <a:t>F = </a:t>
                          </a:r>
                          <a:r>
                            <a:rPr lang="en-US" sz="1400" b="0" i="0" dirty="0" err="1">
                              <a:latin typeface="Cambria Math" panose="02040503050406030204" pitchFamily="18" charset="0"/>
                              <a:ea typeface="Cambria Math" panose="02040503050406030204" pitchFamily="18" charset="0"/>
                            </a:rPr>
                            <a:t>shl</a:t>
                          </a:r>
                          <a:r>
                            <a:rPr lang="en-US" sz="1400" b="0" i="0" dirty="0">
                              <a:latin typeface="Cambria Math" panose="02040503050406030204" pitchFamily="18" charset="0"/>
                              <a:ea typeface="Cambria Math" panose="02040503050406030204" pitchFamily="18" charset="0"/>
                            </a:rPr>
                            <a:t> A</a:t>
                          </a:r>
                        </a:p>
                      </a:txBody>
                      <a:tcPr/>
                    </a:tc>
                    <a:tc>
                      <a:txBody>
                        <a:bodyPr/>
                        <a:lstStyle/>
                        <a:p>
                          <a:r>
                            <a:rPr lang="en-US" sz="1400" b="0" i="0" dirty="0"/>
                            <a:t>Shift</a:t>
                          </a:r>
                          <a:r>
                            <a:rPr lang="en-US" sz="1400" b="0" i="0" baseline="0" dirty="0"/>
                            <a:t> left A into</a:t>
                          </a:r>
                          <a:r>
                            <a:rPr lang="en-IN" sz="1400" b="0" i="0" baseline="0" dirty="0"/>
                            <a:t> F</a:t>
                          </a:r>
                          <a:endParaRPr lang="en-US" sz="1400" b="0" i="0" baseline="0" dirty="0"/>
                        </a:p>
                      </a:txBody>
                      <a:tcPr/>
                    </a:tc>
                    <a:extLst>
                      <a:ext uri="{0D108BD9-81ED-4DB2-BD59-A6C34878D82A}">
                        <a16:rowId xmlns:a16="http://schemas.microsoft.com/office/drawing/2014/main" val="4213304718"/>
                      </a:ext>
                    </a:extLst>
                  </a:tr>
                </a:tbl>
              </a:graphicData>
            </a:graphic>
          </p:graphicFrame>
        </mc:Fallback>
      </mc:AlternateContent>
    </p:spTree>
    <p:extLst>
      <p:ext uri="{BB962C8B-B14F-4D97-AF65-F5344CB8AC3E}">
        <p14:creationId xmlns:p14="http://schemas.microsoft.com/office/powerpoint/2010/main" val="4156457555"/>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F0DE-0001-75CE-10F8-08868B628EEE}"/>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138F165B-983E-7C5C-C0FB-565B35D8CAEF}"/>
              </a:ext>
            </a:extLst>
          </p:cNvPr>
          <p:cNvSpPr>
            <a:spLocks noGrp="1"/>
          </p:cNvSpPr>
          <p:nvPr>
            <p:ph type="title"/>
          </p:nvPr>
        </p:nvSpPr>
        <p:spPr>
          <a:xfrm>
            <a:off x="826009" y="199372"/>
            <a:ext cx="10036292" cy="773776"/>
          </a:xfrm>
        </p:spPr>
        <p:txBody>
          <a:bodyPr>
            <a:normAutofit fontScale="90000"/>
          </a:bodyPr>
          <a:lstStyle/>
          <a:p>
            <a:pPr algn="l" fontAlgn="base"/>
            <a:r>
              <a:rPr lang="en-IN" b="1" i="0" dirty="0">
                <a:solidFill>
                  <a:srgbClr val="FFFFFF"/>
                </a:solidFill>
                <a:effectLst/>
              </a:rPr>
              <a:t>Conclusion</a:t>
            </a:r>
          </a:p>
        </p:txBody>
      </p:sp>
      <p:sp>
        <p:nvSpPr>
          <p:cNvPr id="14" name="Text Placeholder 13">
            <a:extLst>
              <a:ext uri="{FF2B5EF4-FFF2-40B4-BE49-F238E27FC236}">
                <a16:creationId xmlns:a16="http://schemas.microsoft.com/office/drawing/2014/main" id="{9FA967FC-D2D5-F347-E092-D1886516A28A}"/>
              </a:ext>
            </a:extLst>
          </p:cNvPr>
          <p:cNvSpPr>
            <a:spLocks noGrp="1"/>
          </p:cNvSpPr>
          <p:nvPr>
            <p:ph type="body" sz="quarter" idx="14"/>
          </p:nvPr>
        </p:nvSpPr>
        <p:spPr>
          <a:xfrm flipV="1">
            <a:off x="1209243" y="1718420"/>
            <a:ext cx="45719" cy="45719"/>
          </a:xfrm>
        </p:spPr>
        <p:txBody>
          <a:bodyPr>
            <a:normAutofit fontScale="25000" lnSpcReduction="20000"/>
          </a:bodyPr>
          <a:lstStyle/>
          <a:p>
            <a:endParaRPr lang="en-US" dirty="0"/>
          </a:p>
        </p:txBody>
      </p:sp>
      <p:sp>
        <p:nvSpPr>
          <p:cNvPr id="13" name="Content Placeholder 12">
            <a:extLst>
              <a:ext uri="{FF2B5EF4-FFF2-40B4-BE49-F238E27FC236}">
                <a16:creationId xmlns:a16="http://schemas.microsoft.com/office/drawing/2014/main" id="{72C45370-E1D9-3F46-9CA1-D61CF4AADBB5}"/>
              </a:ext>
            </a:extLst>
          </p:cNvPr>
          <p:cNvSpPr>
            <a:spLocks noGrp="1"/>
          </p:cNvSpPr>
          <p:nvPr>
            <p:ph type="body" sz="quarter" idx="17"/>
          </p:nvPr>
        </p:nvSpPr>
        <p:spPr>
          <a:xfrm>
            <a:off x="199079" y="1585293"/>
            <a:ext cx="11791753" cy="5491743"/>
          </a:xfrm>
        </p:spPr>
        <p:txBody>
          <a:bodyPr>
            <a:noAutofit/>
          </a:bodyPr>
          <a:lstStyle/>
          <a:p>
            <a:pPr algn="just"/>
            <a:r>
              <a:rPr lang="en-US" b="0" i="0" dirty="0">
                <a:effectLst/>
                <a:latin typeface="Söhne"/>
              </a:rPr>
              <a:t>The exploration into the design and implementation of the 4-bit Arithmetic Logic Shift Unit (ALU) has highlighted its pivotal role as a cornerstone of computer architecture. Integrating an Arithmetic Unit, Logic Unit, and Combinational Circuit Shifter, the ALU stands as a versatile entity capable of executing arithmetic, logical, and shifting operations with utmost efficiency.</a:t>
            </a:r>
          </a:p>
          <a:p>
            <a:pPr algn="just"/>
            <a:r>
              <a:rPr lang="en-US" b="0" i="0" dirty="0">
                <a:effectLst/>
                <a:latin typeface="Söhne"/>
              </a:rPr>
              <a:t>In summary, the ALU's multifaceted capabilities and its seamless integration within computer architectures underscore its paramount importance, emphasizing its vital role in the realm of data processing and computation.</a:t>
            </a:r>
          </a:p>
        </p:txBody>
      </p:sp>
      <p:sp>
        <p:nvSpPr>
          <p:cNvPr id="16" name="Text Placeholder 15">
            <a:extLst>
              <a:ext uri="{FF2B5EF4-FFF2-40B4-BE49-F238E27FC236}">
                <a16:creationId xmlns:a16="http://schemas.microsoft.com/office/drawing/2014/main" id="{DB81B0B8-7A7A-D5D6-83BA-51A103B6E85B}"/>
              </a:ext>
            </a:extLst>
          </p:cNvPr>
          <p:cNvSpPr>
            <a:spLocks noGrp="1"/>
          </p:cNvSpPr>
          <p:nvPr>
            <p:ph type="body" sz="quarter" idx="16"/>
          </p:nvPr>
        </p:nvSpPr>
        <p:spPr>
          <a:xfrm flipH="1" flipV="1">
            <a:off x="12869572" y="1482596"/>
            <a:ext cx="1843163" cy="205395"/>
          </a:xfrm>
        </p:spPr>
        <p:txBody>
          <a:bodyPr>
            <a:normAutofit fontScale="32500" lnSpcReduction="20000"/>
          </a:bodyPr>
          <a:lstStyle/>
          <a:p>
            <a:endParaRPr lang="en-US" dirty="0"/>
          </a:p>
        </p:txBody>
      </p:sp>
      <p:sp>
        <p:nvSpPr>
          <p:cNvPr id="15" name="Content Placeholder 14">
            <a:extLst>
              <a:ext uri="{FF2B5EF4-FFF2-40B4-BE49-F238E27FC236}">
                <a16:creationId xmlns:a16="http://schemas.microsoft.com/office/drawing/2014/main" id="{99DF2B7C-BBD7-0410-F56D-65EA0E147BF8}"/>
              </a:ext>
            </a:extLst>
          </p:cNvPr>
          <p:cNvSpPr>
            <a:spLocks noGrp="1"/>
          </p:cNvSpPr>
          <p:nvPr>
            <p:ph type="body" sz="quarter" idx="18"/>
          </p:nvPr>
        </p:nvSpPr>
        <p:spPr>
          <a:xfrm flipH="1">
            <a:off x="11700587" y="5694680"/>
            <a:ext cx="47585" cy="45719"/>
          </a:xfrm>
        </p:spPr>
        <p:txBody>
          <a:bodyPr>
            <a:normAutofit fontScale="25000" lnSpcReduction="20000"/>
          </a:bodyPr>
          <a:lstStyle/>
          <a:p>
            <a:endParaRPr lang="en-US" dirty="0"/>
          </a:p>
        </p:txBody>
      </p:sp>
      <p:sp>
        <p:nvSpPr>
          <p:cNvPr id="7" name="Footer Placeholder 6">
            <a:extLst>
              <a:ext uri="{FF2B5EF4-FFF2-40B4-BE49-F238E27FC236}">
                <a16:creationId xmlns:a16="http://schemas.microsoft.com/office/drawing/2014/main" id="{D6E58F5D-2981-60E2-A2B3-EC5558127957}"/>
              </a:ext>
            </a:extLst>
          </p:cNvPr>
          <p:cNvSpPr>
            <a:spLocks noGrp="1"/>
          </p:cNvSpPr>
          <p:nvPr>
            <p:ph type="ftr" sz="quarter" idx="11"/>
          </p:nvPr>
        </p:nvSpPr>
        <p:spPr>
          <a:xfrm>
            <a:off x="201168" y="6356350"/>
            <a:ext cx="4837176" cy="365125"/>
          </a:xfrm>
        </p:spPr>
        <p:txBody>
          <a:bodyPr/>
          <a:lstStyle/>
          <a:p>
            <a:pPr lvl="0"/>
            <a:endParaRPr lang="en-US" noProof="0" dirty="0"/>
          </a:p>
        </p:txBody>
      </p:sp>
      <p:sp>
        <p:nvSpPr>
          <p:cNvPr id="6" name="Date Placeholder 5">
            <a:extLst>
              <a:ext uri="{FF2B5EF4-FFF2-40B4-BE49-F238E27FC236}">
                <a16:creationId xmlns:a16="http://schemas.microsoft.com/office/drawing/2014/main" id="{9809F77C-4286-2D12-3D99-8906CAD19C0D}"/>
              </a:ext>
            </a:extLst>
          </p:cNvPr>
          <p:cNvSpPr>
            <a:spLocks noGrp="1"/>
          </p:cNvSpPr>
          <p:nvPr>
            <p:ph type="dt" sz="half" idx="10"/>
          </p:nvPr>
        </p:nvSpPr>
        <p:spPr>
          <a:xfrm>
            <a:off x="7013448" y="6355080"/>
            <a:ext cx="4352544" cy="365125"/>
          </a:xfrm>
        </p:spPr>
        <p:txBody>
          <a:bodyPr/>
          <a:lstStyle/>
          <a:p>
            <a:pPr lvl="0"/>
            <a:endParaRPr lang="en-US" noProof="0" dirty="0"/>
          </a:p>
        </p:txBody>
      </p:sp>
    </p:spTree>
    <p:extLst>
      <p:ext uri="{BB962C8B-B14F-4D97-AF65-F5344CB8AC3E}">
        <p14:creationId xmlns:p14="http://schemas.microsoft.com/office/powerpoint/2010/main" val="27727905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30761B21-88ED-449E-B2B9-3FC40844C36D}"/>
              </a:ext>
            </a:extLst>
          </p:cNvPr>
          <p:cNvSpPr>
            <a:spLocks noGrp="1"/>
          </p:cNvSpPr>
          <p:nvPr>
            <p:ph type="ctrTitle"/>
          </p:nvPr>
        </p:nvSpPr>
        <p:spPr>
          <a:xfrm>
            <a:off x="877001" y="4947313"/>
            <a:ext cx="7700617" cy="1409037"/>
          </a:xfrm>
        </p:spPr>
        <p:txBody>
          <a:bodyPr/>
          <a:lstStyle/>
          <a:p>
            <a:r>
              <a:rPr lang="en-US" dirty="0"/>
              <a:t>Thank you</a:t>
            </a:r>
          </a:p>
        </p:txBody>
      </p:sp>
      <p:sp>
        <p:nvSpPr>
          <p:cNvPr id="33" name="Subtitle 32">
            <a:extLst>
              <a:ext uri="{FF2B5EF4-FFF2-40B4-BE49-F238E27FC236}">
                <a16:creationId xmlns:a16="http://schemas.microsoft.com/office/drawing/2014/main" id="{0EEAA874-288B-4330-9FA4-F1144ACD46DE}"/>
              </a:ext>
            </a:extLst>
          </p:cNvPr>
          <p:cNvSpPr>
            <a:spLocks noGrp="1"/>
          </p:cNvSpPr>
          <p:nvPr>
            <p:ph type="subTitle" idx="1"/>
          </p:nvPr>
        </p:nvSpPr>
        <p:spPr>
          <a:xfrm>
            <a:off x="9446252" y="386989"/>
            <a:ext cx="2443495" cy="3758334"/>
          </a:xfrm>
        </p:spPr>
        <p:txBody>
          <a:bodyPr/>
          <a:lstStyle/>
          <a:p>
            <a:endParaRPr lang="en-US" dirty="0"/>
          </a:p>
        </p:txBody>
      </p:sp>
      <p:pic>
        <p:nvPicPr>
          <p:cNvPr id="52" name="Picture Placeholder 51" descr="A picture containing sky, outdoor, mountain, nature, stars">
            <a:extLst>
              <a:ext uri="{FF2B5EF4-FFF2-40B4-BE49-F238E27FC236}">
                <a16:creationId xmlns:a16="http://schemas.microsoft.com/office/drawing/2014/main" id="{45DFCBF0-F91E-40C0-A4E6-24E8250C3BAC}"/>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0" y="0"/>
            <a:ext cx="9144000" cy="4532313"/>
          </a:xfrm>
        </p:spPr>
      </p:pic>
      <p:sp>
        <p:nvSpPr>
          <p:cNvPr id="4" name="Footer Placeholder 3">
            <a:extLst>
              <a:ext uri="{FF2B5EF4-FFF2-40B4-BE49-F238E27FC236}">
                <a16:creationId xmlns:a16="http://schemas.microsoft.com/office/drawing/2014/main" id="{BBA09E0B-CEBC-425D-8A86-1F858D8DE9AD}"/>
              </a:ext>
            </a:extLst>
          </p:cNvPr>
          <p:cNvSpPr>
            <a:spLocks noGrp="1"/>
          </p:cNvSpPr>
          <p:nvPr>
            <p:ph type="ftr" sz="quarter" idx="11"/>
          </p:nvPr>
        </p:nvSpPr>
        <p:spPr>
          <a:xfrm>
            <a:off x="201168" y="6356350"/>
            <a:ext cx="4837176" cy="365125"/>
          </a:xfrm>
        </p:spPr>
        <p:txBody>
          <a:bodyPr/>
          <a:lstStyle/>
          <a:p>
            <a:pPr lvl="0"/>
            <a:endParaRPr lang="en-US" noProof="0" dirty="0"/>
          </a:p>
        </p:txBody>
      </p:sp>
      <p:pic>
        <p:nvPicPr>
          <p:cNvPr id="58" name="Picture Placeholder 57" descr="A picture containing mountain, sky, outdoor, nature">
            <a:extLst>
              <a:ext uri="{FF2B5EF4-FFF2-40B4-BE49-F238E27FC236}">
                <a16:creationId xmlns:a16="http://schemas.microsoft.com/office/drawing/2014/main" id="{A51C462C-6D3B-4554-9CDC-86D00D0EA07A}"/>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9144000" y="4532313"/>
            <a:ext cx="3048000" cy="2325687"/>
          </a:xfrm>
        </p:spPr>
      </p:pic>
      <p:sp>
        <p:nvSpPr>
          <p:cNvPr id="5" name="Date Placeholder 4">
            <a:extLst>
              <a:ext uri="{FF2B5EF4-FFF2-40B4-BE49-F238E27FC236}">
                <a16:creationId xmlns:a16="http://schemas.microsoft.com/office/drawing/2014/main" id="{4DBAEA19-91BF-48E8-A1D4-8FB745EA44D0}"/>
              </a:ext>
            </a:extLst>
          </p:cNvPr>
          <p:cNvSpPr>
            <a:spLocks noGrp="1"/>
          </p:cNvSpPr>
          <p:nvPr>
            <p:ph type="dt" sz="half" idx="10"/>
          </p:nvPr>
        </p:nvSpPr>
        <p:spPr>
          <a:xfrm>
            <a:off x="7013448" y="6355080"/>
            <a:ext cx="4352544" cy="365125"/>
          </a:xfrm>
        </p:spPr>
        <p:txBody>
          <a:bodyPr/>
          <a:lstStyle/>
          <a:p>
            <a:pPr lvl="0"/>
            <a:endParaRPr lang="en-US" noProof="0" dirty="0"/>
          </a:p>
        </p:txBody>
      </p:sp>
    </p:spTree>
    <p:extLst>
      <p:ext uri="{BB962C8B-B14F-4D97-AF65-F5344CB8AC3E}">
        <p14:creationId xmlns:p14="http://schemas.microsoft.com/office/powerpoint/2010/main" val="3445990087"/>
      </p:ext>
    </p:extLst>
  </p:cSld>
  <p:clrMapOvr>
    <a:masterClrMapping/>
  </p:clrMapOvr>
  <p:transition spd="slow">
    <p:push dir="u"/>
  </p:transition>
</p:sld>
</file>

<file path=ppt/theme/theme1.xml><?xml version="1.0" encoding="utf-8"?>
<a:theme xmlns:a="http://schemas.openxmlformats.org/drawingml/2006/main" name="ColorBlockVTI">
  <a:themeElements>
    <a:clrScheme name="ColorBlock Color Scheme">
      <a:dk1>
        <a:sysClr val="windowText" lastClr="000000"/>
      </a:dk1>
      <a:lt1>
        <a:sysClr val="window" lastClr="FFFFFF"/>
      </a:lt1>
      <a:dk2>
        <a:srgbClr val="002044"/>
      </a:dk2>
      <a:lt2>
        <a:srgbClr val="F5F0F3"/>
      </a:lt2>
      <a:accent1>
        <a:srgbClr val="4A41C5"/>
      </a:accent1>
      <a:accent2>
        <a:srgbClr val="37997B"/>
      </a:accent2>
      <a:accent3>
        <a:srgbClr val="17B4DF"/>
      </a:accent3>
      <a:accent4>
        <a:srgbClr val="E69500"/>
      </a:accent4>
      <a:accent5>
        <a:srgbClr val="276D77"/>
      </a:accent5>
      <a:accent6>
        <a:srgbClr val="386ECE"/>
      </a:accent6>
      <a:hlink>
        <a:srgbClr val="AF1DAF"/>
      </a:hlink>
      <a:folHlink>
        <a:srgbClr val="FE5C68"/>
      </a:folHlink>
    </a:clrScheme>
    <a:fontScheme name="Custom 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lorBlockVTI" id="{733CB85B-8F47-42FB-9326-9FF507018D27}" vid="{069BD9C2-DF61-4F2B-A577-A59C7FC2FF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8757C30-AE9A-4680-90EB-19D282EC2B7C}">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0AF0BF08-C674-44E3-8BFC-85BC65E095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5CCB28C-7D26-4A36-9CFC-D739C28F3D18}">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Color block design</Template>
  <TotalTime>999</TotalTime>
  <Words>982</Words>
  <Application>Microsoft Office PowerPoint</Application>
  <PresentationFormat>Widescreen</PresentationFormat>
  <Paragraphs>254</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Avenir Next LT Pro</vt:lpstr>
      <vt:lpstr>Calibri</vt:lpstr>
      <vt:lpstr>Cambria Math</vt:lpstr>
      <vt:lpstr>Google Sans</vt:lpstr>
      <vt:lpstr>Söhne</vt:lpstr>
      <vt:lpstr>ColorBlockVTI</vt:lpstr>
      <vt:lpstr>4 BIT ARITHMATIC &amp; LOGIC SHIFT UNIT</vt:lpstr>
      <vt:lpstr>What is ALU ?</vt:lpstr>
      <vt:lpstr>ARITHMETIC MICRO OPERATION</vt:lpstr>
      <vt:lpstr>ARITHMETIC MICRO OPERATION</vt:lpstr>
      <vt:lpstr>4 BIT ARITHMETIC CIRCUIT</vt:lpstr>
      <vt:lpstr>4 BIT ARITHMETIC UNIT</vt:lpstr>
      <vt:lpstr>4 BIT ARITHMETIC UNIT</vt:lpstr>
      <vt:lpstr>4 BIT LOGIC CIRCUIT</vt:lpstr>
      <vt:lpstr>4 BIT COMBINATIONAL CIRCUIT SHIFTER</vt:lpstr>
      <vt:lpstr>4 BIT ARITHMETIC &amp; LOGIC SHIFT UNIT</vt:lpstr>
      <vt:lpstr>4 BIT ARITHMETIC &amp; LOGIC SHIFT UNIT</vt:lpstr>
      <vt:lpstr>4 BIT ARITHMETIC &amp; LOGIC SHIFT UNIT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Computing</dc:title>
  <dc:creator>Harshil Patel</dc:creator>
  <cp:lastModifiedBy>Harshil Patel</cp:lastModifiedBy>
  <cp:revision>33</cp:revision>
  <dcterms:created xsi:type="dcterms:W3CDTF">2024-03-05T10:55:30Z</dcterms:created>
  <dcterms:modified xsi:type="dcterms:W3CDTF">2026-03-29T04:03:39Z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